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912" r:id="rId4"/>
  </p:sldMasterIdLst>
  <p:notesMasterIdLst>
    <p:notesMasterId r:id="rId12"/>
  </p:notesMasterIdLst>
  <p:sldIdLst>
    <p:sldId id="257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31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6" algn="l" defTabSz="91431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11" algn="l" defTabSz="91431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68" algn="l" defTabSz="91431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23" algn="l" defTabSz="91431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79" algn="l" defTabSz="91431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34" algn="l" defTabSz="91431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90" algn="l" defTabSz="91431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46" algn="l" defTabSz="91431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00"/>
    <p:restoredTop sz="85923"/>
  </p:normalViewPr>
  <p:slideViewPr>
    <p:cSldViewPr snapToGrid="0">
      <p:cViewPr varScale="1">
        <p:scale>
          <a:sx n="157" d="100"/>
          <a:sy n="157" d="100"/>
        </p:scale>
        <p:origin x="176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5514FE-6F7B-C44F-8E33-1A34991285C5}" type="datetimeFigureOut">
              <a:rPr lang="en-US" smtClean="0"/>
              <a:t>9/2/26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91B551-8C48-634C-9F5D-23600D80C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843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and Subtitl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33C628C-D29E-A044-B2EB-3DC2477C6A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1" y="5014684"/>
            <a:ext cx="5791200" cy="155448"/>
          </a:xfrm>
          <a:prstGeom prst="rect">
            <a:avLst/>
          </a:prstGeom>
        </p:spPr>
        <p:txBody>
          <a:bodyPr wrap="square" lIns="45720" tIns="0" rIns="0" bIns="0" anchor="ctr">
            <a:spAutoFit/>
          </a:bodyPr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000" b="0" i="0" spc="0">
                <a:solidFill>
                  <a:schemeClr val="bg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  <a:lvl2pPr marL="457173" indent="0">
              <a:buNone/>
              <a:defRPr sz="2400">
                <a:solidFill>
                  <a:schemeClr val="bg1"/>
                </a:solidFill>
              </a:defRPr>
            </a:lvl2pPr>
            <a:lvl3pPr marL="914346" indent="0">
              <a:buNone/>
              <a:defRPr sz="2400">
                <a:solidFill>
                  <a:schemeClr val="bg1"/>
                </a:solidFill>
              </a:defRPr>
            </a:lvl3pPr>
            <a:lvl4pPr marL="1371519" indent="0">
              <a:buNone/>
              <a:defRPr sz="2400">
                <a:solidFill>
                  <a:schemeClr val="bg1"/>
                </a:solidFill>
              </a:defRPr>
            </a:lvl4pPr>
            <a:lvl5pPr marL="1828693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PRESENTER’S NAME, TITLE</a:t>
            </a:r>
          </a:p>
        </p:txBody>
      </p:sp>
      <p:sp>
        <p:nvSpPr>
          <p:cNvPr id="40" name="Title 2">
            <a:extLst>
              <a:ext uri="{FF2B5EF4-FFF2-40B4-BE49-F238E27FC236}">
                <a16:creationId xmlns:a16="http://schemas.microsoft.com/office/drawing/2014/main" id="{34F3AA0F-AE20-56C9-A000-E9EE240A3F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208998"/>
            <a:ext cx="10871200" cy="4023804"/>
          </a:xfrm>
          <a:prstGeom prst="rect">
            <a:avLst/>
          </a:prstGeom>
        </p:spPr>
        <p:txBody>
          <a:bodyPr wrap="square" lIns="0" tIns="0" anchor="t">
            <a:noAutofit/>
          </a:bodyPr>
          <a:lstStyle>
            <a:lvl1pPr marL="0" indent="0">
              <a:lnSpc>
                <a:spcPct val="88000"/>
              </a:lnSpc>
              <a:defRPr sz="8000" b="0" spc="-22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D58DA466-A993-04AF-B67A-65B6194E07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94050" y="5014684"/>
            <a:ext cx="2901950" cy="155448"/>
          </a:xfrm>
        </p:spPr>
        <p:txBody>
          <a:bodyPr lIns="0" anchor="ctr"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PP Fraktion Mono" pitchFamily="49" charset="77"/>
              </a:defRPr>
            </a:lvl1pPr>
          </a:lstStyle>
          <a:p>
            <a:pPr lvl="0"/>
            <a:r>
              <a:rPr lang="en-US" dirty="0"/>
              <a:t>CLICK TO ADD DATE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0AB061F-37F4-3371-0386-6DABF3BFE021}"/>
              </a:ext>
            </a:extLst>
          </p:cNvPr>
          <p:cNvGrpSpPr/>
          <p:nvPr/>
        </p:nvGrpSpPr>
        <p:grpSpPr>
          <a:xfrm>
            <a:off x="297005" y="5411270"/>
            <a:ext cx="11602895" cy="1158371"/>
            <a:chOff x="297005" y="5421618"/>
            <a:chExt cx="11585651" cy="1156649"/>
          </a:xfrm>
          <a:solidFill>
            <a:schemeClr val="bg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D9A9638-C2A3-1839-212D-304885625A61}"/>
                </a:ext>
              </a:extLst>
            </p:cNvPr>
            <p:cNvGrpSpPr/>
            <p:nvPr/>
          </p:nvGrpSpPr>
          <p:grpSpPr>
            <a:xfrm>
              <a:off x="297005" y="5421618"/>
              <a:ext cx="10643138" cy="1156649"/>
              <a:chOff x="3726006" y="3171824"/>
              <a:chExt cx="4740852" cy="515215"/>
            </a:xfrm>
            <a:grpFill/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16F0241C-1948-BF84-639D-E8E39C808944}"/>
                  </a:ext>
                </a:extLst>
              </p:cNvPr>
              <p:cNvSpPr/>
              <p:nvPr/>
            </p:nvSpPr>
            <p:spPr>
              <a:xfrm>
                <a:off x="5262995" y="3173556"/>
                <a:ext cx="639906" cy="512618"/>
              </a:xfrm>
              <a:custGeom>
                <a:avLst/>
                <a:gdLst>
                  <a:gd name="connsiteX0" fmla="*/ 512618 w 639906"/>
                  <a:gd name="connsiteY0" fmla="*/ 348961 h 512618"/>
                  <a:gd name="connsiteX1" fmla="*/ 482311 w 639906"/>
                  <a:gd name="connsiteY1" fmla="*/ 383598 h 512618"/>
                  <a:gd name="connsiteX2" fmla="*/ 446809 w 639906"/>
                  <a:gd name="connsiteY2" fmla="*/ 361950 h 512618"/>
                  <a:gd name="connsiteX3" fmla="*/ 329911 w 639906"/>
                  <a:gd name="connsiteY3" fmla="*/ 40698 h 512618"/>
                  <a:gd name="connsiteX4" fmla="*/ 274493 w 639906"/>
                  <a:gd name="connsiteY4" fmla="*/ 0 h 512618"/>
                  <a:gd name="connsiteX5" fmla="*/ 0 w 639906"/>
                  <a:gd name="connsiteY5" fmla="*/ 0 h 512618"/>
                  <a:gd name="connsiteX6" fmla="*/ 0 w 639906"/>
                  <a:gd name="connsiteY6" fmla="*/ 512618 h 512618"/>
                  <a:gd name="connsiteX7" fmla="*/ 200891 w 639906"/>
                  <a:gd name="connsiteY7" fmla="*/ 512618 h 512618"/>
                  <a:gd name="connsiteX8" fmla="*/ 200891 w 639906"/>
                  <a:gd name="connsiteY8" fmla="*/ 384464 h 512618"/>
                  <a:gd name="connsiteX9" fmla="*/ 165389 w 639906"/>
                  <a:gd name="connsiteY9" fmla="*/ 384464 h 512618"/>
                  <a:gd name="connsiteX10" fmla="*/ 128155 w 639906"/>
                  <a:gd name="connsiteY10" fmla="*/ 338571 h 512618"/>
                  <a:gd name="connsiteX11" fmla="*/ 128155 w 639906"/>
                  <a:gd name="connsiteY11" fmla="*/ 184439 h 512618"/>
                  <a:gd name="connsiteX12" fmla="*/ 200025 w 639906"/>
                  <a:gd name="connsiteY12" fmla="*/ 133350 h 512618"/>
                  <a:gd name="connsiteX13" fmla="*/ 228600 w 639906"/>
                  <a:gd name="connsiteY13" fmla="*/ 164523 h 512618"/>
                  <a:gd name="connsiteX14" fmla="*/ 322118 w 639906"/>
                  <a:gd name="connsiteY14" fmla="*/ 407843 h 512618"/>
                  <a:gd name="connsiteX15" fmla="*/ 475384 w 639906"/>
                  <a:gd name="connsiteY15" fmla="*/ 512618 h 512618"/>
                  <a:gd name="connsiteX16" fmla="*/ 478848 w 639906"/>
                  <a:gd name="connsiteY16" fmla="*/ 512618 h 512618"/>
                  <a:gd name="connsiteX17" fmla="*/ 639907 w 639906"/>
                  <a:gd name="connsiteY17" fmla="*/ 353291 h 512618"/>
                  <a:gd name="connsiteX18" fmla="*/ 639907 w 639906"/>
                  <a:gd name="connsiteY18" fmla="*/ 0 h 512618"/>
                  <a:gd name="connsiteX19" fmla="*/ 511752 w 639906"/>
                  <a:gd name="connsiteY19" fmla="*/ 0 h 512618"/>
                  <a:gd name="connsiteX20" fmla="*/ 511752 w 639906"/>
                  <a:gd name="connsiteY20" fmla="*/ 34982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39906" h="512618">
                    <a:moveTo>
                      <a:pt x="512618" y="348961"/>
                    </a:moveTo>
                    <a:cubicBezTo>
                      <a:pt x="512618" y="366279"/>
                      <a:pt x="499630" y="381000"/>
                      <a:pt x="482311" y="383598"/>
                    </a:cubicBezTo>
                    <a:cubicBezTo>
                      <a:pt x="466725" y="385330"/>
                      <a:pt x="452005" y="375805"/>
                      <a:pt x="446809" y="361950"/>
                    </a:cubicBezTo>
                    <a:lnTo>
                      <a:pt x="329911" y="40698"/>
                    </a:lnTo>
                    <a:cubicBezTo>
                      <a:pt x="321252" y="14721"/>
                      <a:pt x="299605" y="0"/>
                      <a:pt x="274493" y="0"/>
                    </a:cubicBezTo>
                    <a:lnTo>
                      <a:pt x="0" y="0"/>
                    </a:lnTo>
                    <a:lnTo>
                      <a:pt x="0" y="512618"/>
                    </a:lnTo>
                    <a:lnTo>
                      <a:pt x="200891" y="512618"/>
                    </a:lnTo>
                    <a:lnTo>
                      <a:pt x="200891" y="384464"/>
                    </a:lnTo>
                    <a:lnTo>
                      <a:pt x="165389" y="384464"/>
                    </a:lnTo>
                    <a:cubicBezTo>
                      <a:pt x="142009" y="384464"/>
                      <a:pt x="128155" y="363682"/>
                      <a:pt x="128155" y="338571"/>
                    </a:cubicBezTo>
                    <a:lnTo>
                      <a:pt x="128155" y="184439"/>
                    </a:lnTo>
                    <a:cubicBezTo>
                      <a:pt x="128155" y="146339"/>
                      <a:pt x="165389" y="118630"/>
                      <a:pt x="200025" y="133350"/>
                    </a:cubicBezTo>
                    <a:cubicBezTo>
                      <a:pt x="213014" y="139411"/>
                      <a:pt x="223405" y="150668"/>
                      <a:pt x="228600" y="164523"/>
                    </a:cubicBezTo>
                    <a:lnTo>
                      <a:pt x="322118" y="407843"/>
                    </a:lnTo>
                    <a:cubicBezTo>
                      <a:pt x="346364" y="471920"/>
                      <a:pt x="406977" y="512618"/>
                      <a:pt x="475384" y="512618"/>
                    </a:cubicBezTo>
                    <a:lnTo>
                      <a:pt x="478848" y="512618"/>
                    </a:lnTo>
                    <a:cubicBezTo>
                      <a:pt x="567170" y="512618"/>
                      <a:pt x="639907" y="442480"/>
                      <a:pt x="639907" y="353291"/>
                    </a:cubicBezTo>
                    <a:lnTo>
                      <a:pt x="639907" y="0"/>
                    </a:lnTo>
                    <a:lnTo>
                      <a:pt x="511752" y="0"/>
                    </a:lnTo>
                    <a:lnTo>
                      <a:pt x="511752" y="349827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64C98641-645D-0B20-1931-FC95777E3E93}"/>
                  </a:ext>
                </a:extLst>
              </p:cNvPr>
              <p:cNvSpPr/>
              <p:nvPr/>
            </p:nvSpPr>
            <p:spPr>
              <a:xfrm>
                <a:off x="6031922" y="3172690"/>
                <a:ext cx="640772" cy="512618"/>
              </a:xfrm>
              <a:custGeom>
                <a:avLst/>
                <a:gdLst>
                  <a:gd name="connsiteX0" fmla="*/ 384464 w 640772"/>
                  <a:gd name="connsiteY0" fmla="*/ 0 h 512618"/>
                  <a:gd name="connsiteX1" fmla="*/ 0 w 640772"/>
                  <a:gd name="connsiteY1" fmla="*/ 0 h 512618"/>
                  <a:gd name="connsiteX2" fmla="*/ 0 w 640772"/>
                  <a:gd name="connsiteY2" fmla="*/ 129020 h 512618"/>
                  <a:gd name="connsiteX3" fmla="*/ 384464 w 640772"/>
                  <a:gd name="connsiteY3" fmla="*/ 129020 h 512618"/>
                  <a:gd name="connsiteX4" fmla="*/ 511752 w 640772"/>
                  <a:gd name="connsiteY4" fmla="*/ 256309 h 512618"/>
                  <a:gd name="connsiteX5" fmla="*/ 384464 w 640772"/>
                  <a:gd name="connsiteY5" fmla="*/ 383598 h 512618"/>
                  <a:gd name="connsiteX6" fmla="*/ 0 w 640772"/>
                  <a:gd name="connsiteY6" fmla="*/ 383598 h 512618"/>
                  <a:gd name="connsiteX7" fmla="*/ 0 w 640772"/>
                  <a:gd name="connsiteY7" fmla="*/ 512618 h 512618"/>
                  <a:gd name="connsiteX8" fmla="*/ 384464 w 640772"/>
                  <a:gd name="connsiteY8" fmla="*/ 512618 h 512618"/>
                  <a:gd name="connsiteX9" fmla="*/ 609600 w 640772"/>
                  <a:gd name="connsiteY9" fmla="*/ 380134 h 512618"/>
                  <a:gd name="connsiteX10" fmla="*/ 640773 w 640772"/>
                  <a:gd name="connsiteY10" fmla="*/ 256309 h 512618"/>
                  <a:gd name="connsiteX11" fmla="*/ 609600 w 640772"/>
                  <a:gd name="connsiteY11" fmla="*/ 132484 h 512618"/>
                  <a:gd name="connsiteX12" fmla="*/ 384464 w 640772"/>
                  <a:gd name="connsiteY12" fmla="*/ 0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0772" h="512618">
                    <a:moveTo>
                      <a:pt x="384464" y="0"/>
                    </a:moveTo>
                    <a:lnTo>
                      <a:pt x="0" y="0"/>
                    </a:lnTo>
                    <a:lnTo>
                      <a:pt x="0" y="129020"/>
                    </a:lnTo>
                    <a:lnTo>
                      <a:pt x="384464" y="129020"/>
                    </a:lnTo>
                    <a:cubicBezTo>
                      <a:pt x="452004" y="129020"/>
                      <a:pt x="511752" y="188768"/>
                      <a:pt x="511752" y="256309"/>
                    </a:cubicBezTo>
                    <a:cubicBezTo>
                      <a:pt x="511752" y="323850"/>
                      <a:pt x="452004" y="383598"/>
                      <a:pt x="384464" y="383598"/>
                    </a:cubicBezTo>
                    <a:lnTo>
                      <a:pt x="0" y="383598"/>
                    </a:lnTo>
                    <a:lnTo>
                      <a:pt x="0" y="512618"/>
                    </a:lnTo>
                    <a:lnTo>
                      <a:pt x="384464" y="512618"/>
                    </a:lnTo>
                    <a:cubicBezTo>
                      <a:pt x="481446" y="512618"/>
                      <a:pt x="565439" y="458932"/>
                      <a:pt x="609600" y="380134"/>
                    </a:cubicBezTo>
                    <a:cubicBezTo>
                      <a:pt x="629516" y="343766"/>
                      <a:pt x="640773" y="301337"/>
                      <a:pt x="640773" y="256309"/>
                    </a:cubicBezTo>
                    <a:cubicBezTo>
                      <a:pt x="640773" y="211282"/>
                      <a:pt x="629516" y="169718"/>
                      <a:pt x="609600" y="132484"/>
                    </a:cubicBezTo>
                    <a:cubicBezTo>
                      <a:pt x="566305" y="52821"/>
                      <a:pt x="482311" y="0"/>
                      <a:pt x="384464" y="0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7F7519B4-FB0E-2AFE-142C-41050C292520}"/>
                  </a:ext>
                </a:extLst>
              </p:cNvPr>
              <p:cNvSpPr/>
              <p:nvPr/>
            </p:nvSpPr>
            <p:spPr>
              <a:xfrm>
                <a:off x="6726381" y="3171824"/>
                <a:ext cx="202622" cy="512618"/>
              </a:xfrm>
              <a:custGeom>
                <a:avLst/>
                <a:gdLst>
                  <a:gd name="connsiteX0" fmla="*/ 25977 w 202622"/>
                  <a:gd name="connsiteY0" fmla="*/ 129021 h 512618"/>
                  <a:gd name="connsiteX1" fmla="*/ 36368 w 202622"/>
                  <a:gd name="connsiteY1" fmla="*/ 129021 h 512618"/>
                  <a:gd name="connsiteX2" fmla="*/ 74468 w 202622"/>
                  <a:gd name="connsiteY2" fmla="*/ 176646 h 512618"/>
                  <a:gd name="connsiteX3" fmla="*/ 74468 w 202622"/>
                  <a:gd name="connsiteY3" fmla="*/ 512618 h 512618"/>
                  <a:gd name="connsiteX4" fmla="*/ 202623 w 202622"/>
                  <a:gd name="connsiteY4" fmla="*/ 512618 h 512618"/>
                  <a:gd name="connsiteX5" fmla="*/ 202623 w 202622"/>
                  <a:gd name="connsiteY5" fmla="*/ 0 h 512618"/>
                  <a:gd name="connsiteX6" fmla="*/ 0 w 202622"/>
                  <a:gd name="connsiteY6" fmla="*/ 0 h 512618"/>
                  <a:gd name="connsiteX7" fmla="*/ 0 w 202622"/>
                  <a:gd name="connsiteY7" fmla="*/ 128155 h 512618"/>
                  <a:gd name="connsiteX8" fmla="*/ 26843 w 202622"/>
                  <a:gd name="connsiteY8" fmla="*/ 128155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2622" h="512618">
                    <a:moveTo>
                      <a:pt x="25977" y="129021"/>
                    </a:moveTo>
                    <a:cubicBezTo>
                      <a:pt x="29441" y="129021"/>
                      <a:pt x="32039" y="129021"/>
                      <a:pt x="36368" y="129021"/>
                    </a:cubicBezTo>
                    <a:cubicBezTo>
                      <a:pt x="59748" y="132484"/>
                      <a:pt x="74468" y="151534"/>
                      <a:pt x="74468" y="176646"/>
                    </a:cubicBezTo>
                    <a:lnTo>
                      <a:pt x="74468" y="512618"/>
                    </a:lnTo>
                    <a:lnTo>
                      <a:pt x="202623" y="512618"/>
                    </a:lnTo>
                    <a:lnTo>
                      <a:pt x="202623" y="0"/>
                    </a:lnTo>
                    <a:lnTo>
                      <a:pt x="0" y="0"/>
                    </a:lnTo>
                    <a:lnTo>
                      <a:pt x="0" y="128155"/>
                    </a:lnTo>
                    <a:lnTo>
                      <a:pt x="26843" y="128155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C7367585-FA62-94BC-4019-11C3659C1876}"/>
                  </a:ext>
                </a:extLst>
              </p:cNvPr>
              <p:cNvSpPr/>
              <p:nvPr/>
            </p:nvSpPr>
            <p:spPr>
              <a:xfrm>
                <a:off x="7058025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79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79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250F0E30-BE00-3568-B0D7-D5A043FB78B6}"/>
                  </a:ext>
                </a:extLst>
              </p:cNvPr>
              <p:cNvSpPr/>
              <p:nvPr/>
            </p:nvSpPr>
            <p:spPr>
              <a:xfrm>
                <a:off x="7056293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370A4361-187F-7DE6-E662-E7A34275BECE}"/>
                  </a:ext>
                </a:extLst>
              </p:cNvPr>
              <p:cNvSpPr/>
              <p:nvPr/>
            </p:nvSpPr>
            <p:spPr>
              <a:xfrm>
                <a:off x="3726006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80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80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B031D13C-0C00-9E14-38EA-150422BE6075}"/>
                  </a:ext>
                </a:extLst>
              </p:cNvPr>
              <p:cNvSpPr/>
              <p:nvPr/>
            </p:nvSpPr>
            <p:spPr>
              <a:xfrm>
                <a:off x="3726006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8065ACE3-71DE-DB87-D5B2-0BCD87760D85}"/>
                  </a:ext>
                </a:extLst>
              </p:cNvPr>
              <p:cNvSpPr/>
              <p:nvPr/>
            </p:nvSpPr>
            <p:spPr>
              <a:xfrm>
                <a:off x="7827818" y="3172690"/>
                <a:ext cx="639040" cy="514349"/>
              </a:xfrm>
              <a:custGeom>
                <a:avLst/>
                <a:gdLst>
                  <a:gd name="connsiteX0" fmla="*/ 639041 w 639040"/>
                  <a:gd name="connsiteY0" fmla="*/ 129020 h 514349"/>
                  <a:gd name="connsiteX1" fmla="*/ 639041 w 639040"/>
                  <a:gd name="connsiteY1" fmla="*/ 0 h 514349"/>
                  <a:gd name="connsiteX2" fmla="*/ 526473 w 639040"/>
                  <a:gd name="connsiteY2" fmla="*/ 0 h 514349"/>
                  <a:gd name="connsiteX3" fmla="*/ 502227 w 639040"/>
                  <a:gd name="connsiteY3" fmla="*/ 9525 h 514349"/>
                  <a:gd name="connsiteX4" fmla="*/ 302203 w 639040"/>
                  <a:gd name="connsiteY4" fmla="*/ 191366 h 514349"/>
                  <a:gd name="connsiteX5" fmla="*/ 281420 w 639040"/>
                  <a:gd name="connsiteY5" fmla="*/ 200025 h 514349"/>
                  <a:gd name="connsiteX6" fmla="*/ 142009 w 639040"/>
                  <a:gd name="connsiteY6" fmla="*/ 200025 h 514349"/>
                  <a:gd name="connsiteX7" fmla="*/ 126423 w 639040"/>
                  <a:gd name="connsiteY7" fmla="*/ 184439 h 514349"/>
                  <a:gd name="connsiteX8" fmla="*/ 126423 w 639040"/>
                  <a:gd name="connsiteY8" fmla="*/ 866 h 514349"/>
                  <a:gd name="connsiteX9" fmla="*/ 0 w 639040"/>
                  <a:gd name="connsiteY9" fmla="*/ 866 h 514349"/>
                  <a:gd name="connsiteX10" fmla="*/ 0 w 639040"/>
                  <a:gd name="connsiteY10" fmla="*/ 513484 h 514349"/>
                  <a:gd name="connsiteX11" fmla="*/ 126423 w 639040"/>
                  <a:gd name="connsiteY11" fmla="*/ 513484 h 514349"/>
                  <a:gd name="connsiteX12" fmla="*/ 126423 w 639040"/>
                  <a:gd name="connsiteY12" fmla="*/ 329911 h 514349"/>
                  <a:gd name="connsiteX13" fmla="*/ 142009 w 639040"/>
                  <a:gd name="connsiteY13" fmla="*/ 314325 h 514349"/>
                  <a:gd name="connsiteX14" fmla="*/ 281420 w 639040"/>
                  <a:gd name="connsiteY14" fmla="*/ 314325 h 514349"/>
                  <a:gd name="connsiteX15" fmla="*/ 302203 w 639040"/>
                  <a:gd name="connsiteY15" fmla="*/ 322984 h 514349"/>
                  <a:gd name="connsiteX16" fmla="*/ 502227 w 639040"/>
                  <a:gd name="connsiteY16" fmla="*/ 504825 h 514349"/>
                  <a:gd name="connsiteX17" fmla="*/ 526473 w 639040"/>
                  <a:gd name="connsiteY17" fmla="*/ 514350 h 514349"/>
                  <a:gd name="connsiteX18" fmla="*/ 639041 w 639040"/>
                  <a:gd name="connsiteY18" fmla="*/ 514350 h 514349"/>
                  <a:gd name="connsiteX19" fmla="*/ 639041 w 639040"/>
                  <a:gd name="connsiteY19" fmla="*/ 386196 h 514349"/>
                  <a:gd name="connsiteX20" fmla="*/ 577562 w 639040"/>
                  <a:gd name="connsiteY20" fmla="*/ 386196 h 514349"/>
                  <a:gd name="connsiteX21" fmla="*/ 524741 w 639040"/>
                  <a:gd name="connsiteY21" fmla="*/ 367145 h 514349"/>
                  <a:gd name="connsiteX22" fmla="*/ 429491 w 639040"/>
                  <a:gd name="connsiteY22" fmla="*/ 283152 h 514349"/>
                  <a:gd name="connsiteX23" fmla="*/ 429491 w 639040"/>
                  <a:gd name="connsiteY23" fmla="*/ 233795 h 514349"/>
                  <a:gd name="connsiteX24" fmla="*/ 524741 w 639040"/>
                  <a:gd name="connsiteY24" fmla="*/ 149802 h 514349"/>
                  <a:gd name="connsiteX25" fmla="*/ 577562 w 639040"/>
                  <a:gd name="connsiteY25" fmla="*/ 130752 h 514349"/>
                  <a:gd name="connsiteX26" fmla="*/ 639041 w 639040"/>
                  <a:gd name="connsiteY26" fmla="*/ 130752 h 514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39040" h="514349">
                    <a:moveTo>
                      <a:pt x="639041" y="129020"/>
                    </a:moveTo>
                    <a:lnTo>
                      <a:pt x="639041" y="0"/>
                    </a:lnTo>
                    <a:lnTo>
                      <a:pt x="526473" y="0"/>
                    </a:lnTo>
                    <a:cubicBezTo>
                      <a:pt x="517814" y="0"/>
                      <a:pt x="509154" y="3464"/>
                      <a:pt x="502227" y="9525"/>
                    </a:cubicBezTo>
                    <a:lnTo>
                      <a:pt x="302203" y="191366"/>
                    </a:lnTo>
                    <a:cubicBezTo>
                      <a:pt x="296141" y="196561"/>
                      <a:pt x="289214" y="200025"/>
                      <a:pt x="281420" y="200025"/>
                    </a:cubicBezTo>
                    <a:lnTo>
                      <a:pt x="142009" y="200025"/>
                    </a:lnTo>
                    <a:cubicBezTo>
                      <a:pt x="133350" y="200025"/>
                      <a:pt x="126423" y="193098"/>
                      <a:pt x="126423" y="184439"/>
                    </a:cubicBezTo>
                    <a:lnTo>
                      <a:pt x="126423" y="866"/>
                    </a:lnTo>
                    <a:lnTo>
                      <a:pt x="0" y="866"/>
                    </a:lnTo>
                    <a:lnTo>
                      <a:pt x="0" y="513484"/>
                    </a:lnTo>
                    <a:lnTo>
                      <a:pt x="126423" y="513484"/>
                    </a:lnTo>
                    <a:lnTo>
                      <a:pt x="126423" y="329911"/>
                    </a:lnTo>
                    <a:cubicBezTo>
                      <a:pt x="126423" y="321252"/>
                      <a:pt x="133350" y="314325"/>
                      <a:pt x="142009" y="314325"/>
                    </a:cubicBezTo>
                    <a:lnTo>
                      <a:pt x="281420" y="314325"/>
                    </a:lnTo>
                    <a:cubicBezTo>
                      <a:pt x="289214" y="314325"/>
                      <a:pt x="296141" y="316923"/>
                      <a:pt x="302203" y="322984"/>
                    </a:cubicBezTo>
                    <a:lnTo>
                      <a:pt x="502227" y="504825"/>
                    </a:lnTo>
                    <a:cubicBezTo>
                      <a:pt x="509154" y="510886"/>
                      <a:pt x="517814" y="514350"/>
                      <a:pt x="526473" y="514350"/>
                    </a:cubicBezTo>
                    <a:lnTo>
                      <a:pt x="639041" y="514350"/>
                    </a:lnTo>
                    <a:lnTo>
                      <a:pt x="639041" y="386196"/>
                    </a:lnTo>
                    <a:lnTo>
                      <a:pt x="577562" y="386196"/>
                    </a:lnTo>
                    <a:cubicBezTo>
                      <a:pt x="558511" y="386196"/>
                      <a:pt x="539461" y="379268"/>
                      <a:pt x="524741" y="367145"/>
                    </a:cubicBezTo>
                    <a:lnTo>
                      <a:pt x="429491" y="283152"/>
                    </a:lnTo>
                    <a:cubicBezTo>
                      <a:pt x="414771" y="270164"/>
                      <a:pt x="414771" y="247650"/>
                      <a:pt x="429491" y="233795"/>
                    </a:cubicBezTo>
                    <a:lnTo>
                      <a:pt x="524741" y="149802"/>
                    </a:lnTo>
                    <a:cubicBezTo>
                      <a:pt x="539461" y="137680"/>
                      <a:pt x="557646" y="131618"/>
                      <a:pt x="577562" y="130752"/>
                    </a:cubicBezTo>
                    <a:lnTo>
                      <a:pt x="639041" y="130752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3E272DE8-1E8C-8684-18A3-E47AAF21B373}"/>
                  </a:ext>
                </a:extLst>
              </p:cNvPr>
              <p:cNvSpPr/>
              <p:nvPr/>
            </p:nvSpPr>
            <p:spPr>
              <a:xfrm>
                <a:off x="4441247" y="3172690"/>
                <a:ext cx="692727" cy="513484"/>
              </a:xfrm>
              <a:custGeom>
                <a:avLst/>
                <a:gdLst>
                  <a:gd name="connsiteX0" fmla="*/ 497898 w 692727"/>
                  <a:gd name="connsiteY0" fmla="*/ 0 h 513484"/>
                  <a:gd name="connsiteX1" fmla="*/ 351559 w 692727"/>
                  <a:gd name="connsiteY1" fmla="*/ 72736 h 513484"/>
                  <a:gd name="connsiteX2" fmla="*/ 0 w 692727"/>
                  <a:gd name="connsiteY2" fmla="*/ 512618 h 513484"/>
                  <a:gd name="connsiteX3" fmla="*/ 178377 w 692727"/>
                  <a:gd name="connsiteY3" fmla="*/ 512618 h 513484"/>
                  <a:gd name="connsiteX4" fmla="*/ 468457 w 692727"/>
                  <a:gd name="connsiteY4" fmla="*/ 155864 h 513484"/>
                  <a:gd name="connsiteX5" fmla="*/ 516082 w 692727"/>
                  <a:gd name="connsiteY5" fmla="*/ 129886 h 513484"/>
                  <a:gd name="connsiteX6" fmla="*/ 564573 w 692727"/>
                  <a:gd name="connsiteY6" fmla="*/ 184439 h 513484"/>
                  <a:gd name="connsiteX7" fmla="*/ 564573 w 692727"/>
                  <a:gd name="connsiteY7" fmla="*/ 339436 h 513484"/>
                  <a:gd name="connsiteX8" fmla="*/ 528205 w 692727"/>
                  <a:gd name="connsiteY8" fmla="*/ 385330 h 513484"/>
                  <a:gd name="connsiteX9" fmla="*/ 492702 w 692727"/>
                  <a:gd name="connsiteY9" fmla="*/ 385330 h 513484"/>
                  <a:gd name="connsiteX10" fmla="*/ 492702 w 692727"/>
                  <a:gd name="connsiteY10" fmla="*/ 513484 h 513484"/>
                  <a:gd name="connsiteX11" fmla="*/ 692727 w 692727"/>
                  <a:gd name="connsiteY11" fmla="*/ 513484 h 513484"/>
                  <a:gd name="connsiteX12" fmla="*/ 692727 w 692727"/>
                  <a:gd name="connsiteY12" fmla="*/ 192232 h 513484"/>
                  <a:gd name="connsiteX13" fmla="*/ 497898 w 692727"/>
                  <a:gd name="connsiteY13" fmla="*/ 866 h 513484"/>
                  <a:gd name="connsiteX14" fmla="*/ 497898 w 692727"/>
                  <a:gd name="connsiteY14" fmla="*/ 866 h 513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2727" h="513484">
                    <a:moveTo>
                      <a:pt x="497898" y="0"/>
                    </a:moveTo>
                    <a:cubicBezTo>
                      <a:pt x="440748" y="866"/>
                      <a:pt x="387061" y="27709"/>
                      <a:pt x="351559" y="72736"/>
                    </a:cubicBezTo>
                    <a:lnTo>
                      <a:pt x="0" y="512618"/>
                    </a:lnTo>
                    <a:lnTo>
                      <a:pt x="178377" y="512618"/>
                    </a:lnTo>
                    <a:lnTo>
                      <a:pt x="468457" y="155864"/>
                    </a:lnTo>
                    <a:cubicBezTo>
                      <a:pt x="483177" y="138545"/>
                      <a:pt x="493568" y="129886"/>
                      <a:pt x="516082" y="129886"/>
                    </a:cubicBezTo>
                    <a:cubicBezTo>
                      <a:pt x="538596" y="129886"/>
                      <a:pt x="564573" y="154998"/>
                      <a:pt x="564573" y="184439"/>
                    </a:cubicBezTo>
                    <a:lnTo>
                      <a:pt x="564573" y="339436"/>
                    </a:lnTo>
                    <a:cubicBezTo>
                      <a:pt x="564573" y="364548"/>
                      <a:pt x="551584" y="385330"/>
                      <a:pt x="528205" y="385330"/>
                    </a:cubicBezTo>
                    <a:lnTo>
                      <a:pt x="492702" y="385330"/>
                    </a:lnTo>
                    <a:lnTo>
                      <a:pt x="492702" y="513484"/>
                    </a:lnTo>
                    <a:lnTo>
                      <a:pt x="692727" y="513484"/>
                    </a:lnTo>
                    <a:lnTo>
                      <a:pt x="692727" y="192232"/>
                    </a:lnTo>
                    <a:cubicBezTo>
                      <a:pt x="692727" y="166255"/>
                      <a:pt x="692727" y="866"/>
                      <a:pt x="497898" y="866"/>
                    </a:cubicBezTo>
                    <a:lnTo>
                      <a:pt x="497898" y="866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8DD0071-FF36-FB3D-BCFC-5CDF9D4BB8E4}"/>
                </a:ext>
              </a:extLst>
            </p:cNvPr>
            <p:cNvGrpSpPr/>
            <p:nvPr/>
          </p:nvGrpSpPr>
          <p:grpSpPr>
            <a:xfrm>
              <a:off x="11237775" y="5428812"/>
              <a:ext cx="644881" cy="280035"/>
              <a:chOff x="11237775" y="5428812"/>
              <a:chExt cx="644881" cy="280035"/>
            </a:xfrm>
            <a:grpFill/>
          </p:grpSpPr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FC72BE89-CE24-18EC-0AB5-646830BB6488}"/>
                  </a:ext>
                </a:extLst>
              </p:cNvPr>
              <p:cNvSpPr/>
              <p:nvPr/>
            </p:nvSpPr>
            <p:spPr>
              <a:xfrm>
                <a:off x="11237775" y="5428812"/>
                <a:ext cx="245631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245631" h="280035">
                    <a:moveTo>
                      <a:pt x="0" y="0"/>
                    </a:moveTo>
                    <a:lnTo>
                      <a:pt x="245631" y="0"/>
                    </a:lnTo>
                    <a:lnTo>
                      <a:pt x="245631" y="50407"/>
                    </a:lnTo>
                    <a:lnTo>
                      <a:pt x="151219" y="50407"/>
                    </a:lnTo>
                    <a:lnTo>
                      <a:pt x="151219" y="280035"/>
                    </a:lnTo>
                    <a:lnTo>
                      <a:pt x="93612" y="280035"/>
                    </a:lnTo>
                    <a:lnTo>
                      <a:pt x="93612" y="50407"/>
                    </a:lnTo>
                    <a:lnTo>
                      <a:pt x="0" y="5040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153D48ED-44B9-8C7C-1618-E4932A3F335F}"/>
                  </a:ext>
                </a:extLst>
              </p:cNvPr>
              <p:cNvSpPr/>
              <p:nvPr/>
            </p:nvSpPr>
            <p:spPr>
              <a:xfrm>
                <a:off x="11521011" y="5428812"/>
                <a:ext cx="361645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361645" h="280035">
                    <a:moveTo>
                      <a:pt x="0" y="0"/>
                    </a:moveTo>
                    <a:lnTo>
                      <a:pt x="100012" y="0"/>
                    </a:lnTo>
                    <a:lnTo>
                      <a:pt x="181622" y="210427"/>
                    </a:lnTo>
                    <a:lnTo>
                      <a:pt x="185623" y="210427"/>
                    </a:lnTo>
                    <a:lnTo>
                      <a:pt x="268033" y="0"/>
                    </a:lnTo>
                    <a:lnTo>
                      <a:pt x="361645" y="0"/>
                    </a:lnTo>
                    <a:lnTo>
                      <a:pt x="361645" y="280035"/>
                    </a:lnTo>
                    <a:lnTo>
                      <a:pt x="305638" y="280035"/>
                    </a:lnTo>
                    <a:lnTo>
                      <a:pt x="305638" y="48006"/>
                    </a:lnTo>
                    <a:lnTo>
                      <a:pt x="301637" y="48006"/>
                    </a:lnTo>
                    <a:lnTo>
                      <a:pt x="211226" y="280035"/>
                    </a:lnTo>
                    <a:lnTo>
                      <a:pt x="150418" y="280035"/>
                    </a:lnTo>
                    <a:lnTo>
                      <a:pt x="60007" y="48006"/>
                    </a:lnTo>
                    <a:lnTo>
                      <a:pt x="56807" y="48006"/>
                    </a:lnTo>
                    <a:lnTo>
                      <a:pt x="56807" y="280035"/>
                    </a:lnTo>
                    <a:lnTo>
                      <a:pt x="0" y="28003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A526EF8-C741-90B4-C2E4-5A46E47F861D}"/>
              </a:ext>
            </a:extLst>
          </p:cNvPr>
          <p:cNvSpPr/>
          <p:nvPr/>
        </p:nvSpPr>
        <p:spPr>
          <a:xfrm>
            <a:off x="11563470" y="293688"/>
            <a:ext cx="336430" cy="3364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80863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and Subtitle Black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33C628C-D29E-A044-B2EB-3DC2477C6A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1" y="5014684"/>
            <a:ext cx="5791200" cy="155448"/>
          </a:xfrm>
          <a:prstGeom prst="rect">
            <a:avLst/>
          </a:prstGeom>
        </p:spPr>
        <p:txBody>
          <a:bodyPr wrap="square" lIns="45720" tIns="0" rIns="0" bIns="0" anchor="ctr">
            <a:spAutoFit/>
          </a:bodyPr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000" b="0" i="0" spc="0">
                <a:solidFill>
                  <a:schemeClr val="bg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  <a:lvl2pPr marL="457173" indent="0">
              <a:buNone/>
              <a:defRPr sz="2400">
                <a:solidFill>
                  <a:schemeClr val="bg1"/>
                </a:solidFill>
              </a:defRPr>
            </a:lvl2pPr>
            <a:lvl3pPr marL="914346" indent="0">
              <a:buNone/>
              <a:defRPr sz="2400">
                <a:solidFill>
                  <a:schemeClr val="bg1"/>
                </a:solidFill>
              </a:defRPr>
            </a:lvl3pPr>
            <a:lvl4pPr marL="1371519" indent="0">
              <a:buNone/>
              <a:defRPr sz="2400">
                <a:solidFill>
                  <a:schemeClr val="bg1"/>
                </a:solidFill>
              </a:defRPr>
            </a:lvl4pPr>
            <a:lvl5pPr marL="1828693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PRESENTER’S NAME, TITLE</a:t>
            </a:r>
          </a:p>
        </p:txBody>
      </p:sp>
      <p:sp>
        <p:nvSpPr>
          <p:cNvPr id="40" name="Title 2">
            <a:extLst>
              <a:ext uri="{FF2B5EF4-FFF2-40B4-BE49-F238E27FC236}">
                <a16:creationId xmlns:a16="http://schemas.microsoft.com/office/drawing/2014/main" id="{34F3AA0F-AE20-56C9-A000-E9EE240A3F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208998"/>
            <a:ext cx="10871200" cy="4023804"/>
          </a:xfrm>
          <a:prstGeom prst="rect">
            <a:avLst/>
          </a:prstGeom>
        </p:spPr>
        <p:txBody>
          <a:bodyPr wrap="square" lIns="0" tIns="0" anchor="t">
            <a:noAutofit/>
          </a:bodyPr>
          <a:lstStyle>
            <a:lvl1pPr marL="0" indent="0">
              <a:lnSpc>
                <a:spcPct val="88000"/>
              </a:lnSpc>
              <a:defRPr sz="8000" b="0" spc="-22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D58DA466-A993-04AF-B67A-65B6194E07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94050" y="5014684"/>
            <a:ext cx="2901950" cy="155448"/>
          </a:xfrm>
        </p:spPr>
        <p:txBody>
          <a:bodyPr lIns="0" anchor="ctr"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PP Fraktion Mono" pitchFamily="49" charset="77"/>
              </a:defRPr>
            </a:lvl1pPr>
          </a:lstStyle>
          <a:p>
            <a:pPr lvl="0"/>
            <a:r>
              <a:rPr lang="en-US" dirty="0"/>
              <a:t>CLICK TO ADD DATE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0AB061F-37F4-3371-0386-6DABF3BFE021}"/>
              </a:ext>
            </a:extLst>
          </p:cNvPr>
          <p:cNvGrpSpPr/>
          <p:nvPr/>
        </p:nvGrpSpPr>
        <p:grpSpPr>
          <a:xfrm>
            <a:off x="297005" y="5411270"/>
            <a:ext cx="11602895" cy="1158371"/>
            <a:chOff x="297005" y="5421618"/>
            <a:chExt cx="11585651" cy="1156649"/>
          </a:xfrm>
          <a:solidFill>
            <a:schemeClr val="accent3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D9A9638-C2A3-1839-212D-304885625A61}"/>
                </a:ext>
              </a:extLst>
            </p:cNvPr>
            <p:cNvGrpSpPr/>
            <p:nvPr/>
          </p:nvGrpSpPr>
          <p:grpSpPr>
            <a:xfrm>
              <a:off x="297005" y="5421618"/>
              <a:ext cx="10643138" cy="1156649"/>
              <a:chOff x="3726006" y="3171824"/>
              <a:chExt cx="4740852" cy="515215"/>
            </a:xfrm>
            <a:grpFill/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16F0241C-1948-BF84-639D-E8E39C808944}"/>
                  </a:ext>
                </a:extLst>
              </p:cNvPr>
              <p:cNvSpPr/>
              <p:nvPr/>
            </p:nvSpPr>
            <p:spPr>
              <a:xfrm>
                <a:off x="5262995" y="3173556"/>
                <a:ext cx="639906" cy="512618"/>
              </a:xfrm>
              <a:custGeom>
                <a:avLst/>
                <a:gdLst>
                  <a:gd name="connsiteX0" fmla="*/ 512618 w 639906"/>
                  <a:gd name="connsiteY0" fmla="*/ 348961 h 512618"/>
                  <a:gd name="connsiteX1" fmla="*/ 482311 w 639906"/>
                  <a:gd name="connsiteY1" fmla="*/ 383598 h 512618"/>
                  <a:gd name="connsiteX2" fmla="*/ 446809 w 639906"/>
                  <a:gd name="connsiteY2" fmla="*/ 361950 h 512618"/>
                  <a:gd name="connsiteX3" fmla="*/ 329911 w 639906"/>
                  <a:gd name="connsiteY3" fmla="*/ 40698 h 512618"/>
                  <a:gd name="connsiteX4" fmla="*/ 274493 w 639906"/>
                  <a:gd name="connsiteY4" fmla="*/ 0 h 512618"/>
                  <a:gd name="connsiteX5" fmla="*/ 0 w 639906"/>
                  <a:gd name="connsiteY5" fmla="*/ 0 h 512618"/>
                  <a:gd name="connsiteX6" fmla="*/ 0 w 639906"/>
                  <a:gd name="connsiteY6" fmla="*/ 512618 h 512618"/>
                  <a:gd name="connsiteX7" fmla="*/ 200891 w 639906"/>
                  <a:gd name="connsiteY7" fmla="*/ 512618 h 512618"/>
                  <a:gd name="connsiteX8" fmla="*/ 200891 w 639906"/>
                  <a:gd name="connsiteY8" fmla="*/ 384464 h 512618"/>
                  <a:gd name="connsiteX9" fmla="*/ 165389 w 639906"/>
                  <a:gd name="connsiteY9" fmla="*/ 384464 h 512618"/>
                  <a:gd name="connsiteX10" fmla="*/ 128155 w 639906"/>
                  <a:gd name="connsiteY10" fmla="*/ 338571 h 512618"/>
                  <a:gd name="connsiteX11" fmla="*/ 128155 w 639906"/>
                  <a:gd name="connsiteY11" fmla="*/ 184439 h 512618"/>
                  <a:gd name="connsiteX12" fmla="*/ 200025 w 639906"/>
                  <a:gd name="connsiteY12" fmla="*/ 133350 h 512618"/>
                  <a:gd name="connsiteX13" fmla="*/ 228600 w 639906"/>
                  <a:gd name="connsiteY13" fmla="*/ 164523 h 512618"/>
                  <a:gd name="connsiteX14" fmla="*/ 322118 w 639906"/>
                  <a:gd name="connsiteY14" fmla="*/ 407843 h 512618"/>
                  <a:gd name="connsiteX15" fmla="*/ 475384 w 639906"/>
                  <a:gd name="connsiteY15" fmla="*/ 512618 h 512618"/>
                  <a:gd name="connsiteX16" fmla="*/ 478848 w 639906"/>
                  <a:gd name="connsiteY16" fmla="*/ 512618 h 512618"/>
                  <a:gd name="connsiteX17" fmla="*/ 639907 w 639906"/>
                  <a:gd name="connsiteY17" fmla="*/ 353291 h 512618"/>
                  <a:gd name="connsiteX18" fmla="*/ 639907 w 639906"/>
                  <a:gd name="connsiteY18" fmla="*/ 0 h 512618"/>
                  <a:gd name="connsiteX19" fmla="*/ 511752 w 639906"/>
                  <a:gd name="connsiteY19" fmla="*/ 0 h 512618"/>
                  <a:gd name="connsiteX20" fmla="*/ 511752 w 639906"/>
                  <a:gd name="connsiteY20" fmla="*/ 34982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39906" h="512618">
                    <a:moveTo>
                      <a:pt x="512618" y="348961"/>
                    </a:moveTo>
                    <a:cubicBezTo>
                      <a:pt x="512618" y="366279"/>
                      <a:pt x="499630" y="381000"/>
                      <a:pt x="482311" y="383598"/>
                    </a:cubicBezTo>
                    <a:cubicBezTo>
                      <a:pt x="466725" y="385330"/>
                      <a:pt x="452005" y="375805"/>
                      <a:pt x="446809" y="361950"/>
                    </a:cubicBezTo>
                    <a:lnTo>
                      <a:pt x="329911" y="40698"/>
                    </a:lnTo>
                    <a:cubicBezTo>
                      <a:pt x="321252" y="14721"/>
                      <a:pt x="299605" y="0"/>
                      <a:pt x="274493" y="0"/>
                    </a:cubicBezTo>
                    <a:lnTo>
                      <a:pt x="0" y="0"/>
                    </a:lnTo>
                    <a:lnTo>
                      <a:pt x="0" y="512618"/>
                    </a:lnTo>
                    <a:lnTo>
                      <a:pt x="200891" y="512618"/>
                    </a:lnTo>
                    <a:lnTo>
                      <a:pt x="200891" y="384464"/>
                    </a:lnTo>
                    <a:lnTo>
                      <a:pt x="165389" y="384464"/>
                    </a:lnTo>
                    <a:cubicBezTo>
                      <a:pt x="142009" y="384464"/>
                      <a:pt x="128155" y="363682"/>
                      <a:pt x="128155" y="338571"/>
                    </a:cubicBezTo>
                    <a:lnTo>
                      <a:pt x="128155" y="184439"/>
                    </a:lnTo>
                    <a:cubicBezTo>
                      <a:pt x="128155" y="146339"/>
                      <a:pt x="165389" y="118630"/>
                      <a:pt x="200025" y="133350"/>
                    </a:cubicBezTo>
                    <a:cubicBezTo>
                      <a:pt x="213014" y="139411"/>
                      <a:pt x="223405" y="150668"/>
                      <a:pt x="228600" y="164523"/>
                    </a:cubicBezTo>
                    <a:lnTo>
                      <a:pt x="322118" y="407843"/>
                    </a:lnTo>
                    <a:cubicBezTo>
                      <a:pt x="346364" y="471920"/>
                      <a:pt x="406977" y="512618"/>
                      <a:pt x="475384" y="512618"/>
                    </a:cubicBezTo>
                    <a:lnTo>
                      <a:pt x="478848" y="512618"/>
                    </a:lnTo>
                    <a:cubicBezTo>
                      <a:pt x="567170" y="512618"/>
                      <a:pt x="639907" y="442480"/>
                      <a:pt x="639907" y="353291"/>
                    </a:cubicBezTo>
                    <a:lnTo>
                      <a:pt x="639907" y="0"/>
                    </a:lnTo>
                    <a:lnTo>
                      <a:pt x="511752" y="0"/>
                    </a:lnTo>
                    <a:lnTo>
                      <a:pt x="511752" y="349827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64C98641-645D-0B20-1931-FC95777E3E93}"/>
                  </a:ext>
                </a:extLst>
              </p:cNvPr>
              <p:cNvSpPr/>
              <p:nvPr/>
            </p:nvSpPr>
            <p:spPr>
              <a:xfrm>
                <a:off x="6031922" y="3172690"/>
                <a:ext cx="640772" cy="512618"/>
              </a:xfrm>
              <a:custGeom>
                <a:avLst/>
                <a:gdLst>
                  <a:gd name="connsiteX0" fmla="*/ 384464 w 640772"/>
                  <a:gd name="connsiteY0" fmla="*/ 0 h 512618"/>
                  <a:gd name="connsiteX1" fmla="*/ 0 w 640772"/>
                  <a:gd name="connsiteY1" fmla="*/ 0 h 512618"/>
                  <a:gd name="connsiteX2" fmla="*/ 0 w 640772"/>
                  <a:gd name="connsiteY2" fmla="*/ 129020 h 512618"/>
                  <a:gd name="connsiteX3" fmla="*/ 384464 w 640772"/>
                  <a:gd name="connsiteY3" fmla="*/ 129020 h 512618"/>
                  <a:gd name="connsiteX4" fmla="*/ 511752 w 640772"/>
                  <a:gd name="connsiteY4" fmla="*/ 256309 h 512618"/>
                  <a:gd name="connsiteX5" fmla="*/ 384464 w 640772"/>
                  <a:gd name="connsiteY5" fmla="*/ 383598 h 512618"/>
                  <a:gd name="connsiteX6" fmla="*/ 0 w 640772"/>
                  <a:gd name="connsiteY6" fmla="*/ 383598 h 512618"/>
                  <a:gd name="connsiteX7" fmla="*/ 0 w 640772"/>
                  <a:gd name="connsiteY7" fmla="*/ 512618 h 512618"/>
                  <a:gd name="connsiteX8" fmla="*/ 384464 w 640772"/>
                  <a:gd name="connsiteY8" fmla="*/ 512618 h 512618"/>
                  <a:gd name="connsiteX9" fmla="*/ 609600 w 640772"/>
                  <a:gd name="connsiteY9" fmla="*/ 380134 h 512618"/>
                  <a:gd name="connsiteX10" fmla="*/ 640773 w 640772"/>
                  <a:gd name="connsiteY10" fmla="*/ 256309 h 512618"/>
                  <a:gd name="connsiteX11" fmla="*/ 609600 w 640772"/>
                  <a:gd name="connsiteY11" fmla="*/ 132484 h 512618"/>
                  <a:gd name="connsiteX12" fmla="*/ 384464 w 640772"/>
                  <a:gd name="connsiteY12" fmla="*/ 0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0772" h="512618">
                    <a:moveTo>
                      <a:pt x="384464" y="0"/>
                    </a:moveTo>
                    <a:lnTo>
                      <a:pt x="0" y="0"/>
                    </a:lnTo>
                    <a:lnTo>
                      <a:pt x="0" y="129020"/>
                    </a:lnTo>
                    <a:lnTo>
                      <a:pt x="384464" y="129020"/>
                    </a:lnTo>
                    <a:cubicBezTo>
                      <a:pt x="452004" y="129020"/>
                      <a:pt x="511752" y="188768"/>
                      <a:pt x="511752" y="256309"/>
                    </a:cubicBezTo>
                    <a:cubicBezTo>
                      <a:pt x="511752" y="323850"/>
                      <a:pt x="452004" y="383598"/>
                      <a:pt x="384464" y="383598"/>
                    </a:cubicBezTo>
                    <a:lnTo>
                      <a:pt x="0" y="383598"/>
                    </a:lnTo>
                    <a:lnTo>
                      <a:pt x="0" y="512618"/>
                    </a:lnTo>
                    <a:lnTo>
                      <a:pt x="384464" y="512618"/>
                    </a:lnTo>
                    <a:cubicBezTo>
                      <a:pt x="481446" y="512618"/>
                      <a:pt x="565439" y="458932"/>
                      <a:pt x="609600" y="380134"/>
                    </a:cubicBezTo>
                    <a:cubicBezTo>
                      <a:pt x="629516" y="343766"/>
                      <a:pt x="640773" y="301337"/>
                      <a:pt x="640773" y="256309"/>
                    </a:cubicBezTo>
                    <a:cubicBezTo>
                      <a:pt x="640773" y="211282"/>
                      <a:pt x="629516" y="169718"/>
                      <a:pt x="609600" y="132484"/>
                    </a:cubicBezTo>
                    <a:cubicBezTo>
                      <a:pt x="566305" y="52821"/>
                      <a:pt x="482311" y="0"/>
                      <a:pt x="384464" y="0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7F7519B4-FB0E-2AFE-142C-41050C292520}"/>
                  </a:ext>
                </a:extLst>
              </p:cNvPr>
              <p:cNvSpPr/>
              <p:nvPr/>
            </p:nvSpPr>
            <p:spPr>
              <a:xfrm>
                <a:off x="6726381" y="3171824"/>
                <a:ext cx="202622" cy="512618"/>
              </a:xfrm>
              <a:custGeom>
                <a:avLst/>
                <a:gdLst>
                  <a:gd name="connsiteX0" fmla="*/ 25977 w 202622"/>
                  <a:gd name="connsiteY0" fmla="*/ 129021 h 512618"/>
                  <a:gd name="connsiteX1" fmla="*/ 36368 w 202622"/>
                  <a:gd name="connsiteY1" fmla="*/ 129021 h 512618"/>
                  <a:gd name="connsiteX2" fmla="*/ 74468 w 202622"/>
                  <a:gd name="connsiteY2" fmla="*/ 176646 h 512618"/>
                  <a:gd name="connsiteX3" fmla="*/ 74468 w 202622"/>
                  <a:gd name="connsiteY3" fmla="*/ 512618 h 512618"/>
                  <a:gd name="connsiteX4" fmla="*/ 202623 w 202622"/>
                  <a:gd name="connsiteY4" fmla="*/ 512618 h 512618"/>
                  <a:gd name="connsiteX5" fmla="*/ 202623 w 202622"/>
                  <a:gd name="connsiteY5" fmla="*/ 0 h 512618"/>
                  <a:gd name="connsiteX6" fmla="*/ 0 w 202622"/>
                  <a:gd name="connsiteY6" fmla="*/ 0 h 512618"/>
                  <a:gd name="connsiteX7" fmla="*/ 0 w 202622"/>
                  <a:gd name="connsiteY7" fmla="*/ 128155 h 512618"/>
                  <a:gd name="connsiteX8" fmla="*/ 26843 w 202622"/>
                  <a:gd name="connsiteY8" fmla="*/ 128155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2622" h="512618">
                    <a:moveTo>
                      <a:pt x="25977" y="129021"/>
                    </a:moveTo>
                    <a:cubicBezTo>
                      <a:pt x="29441" y="129021"/>
                      <a:pt x="32039" y="129021"/>
                      <a:pt x="36368" y="129021"/>
                    </a:cubicBezTo>
                    <a:cubicBezTo>
                      <a:pt x="59748" y="132484"/>
                      <a:pt x="74468" y="151534"/>
                      <a:pt x="74468" y="176646"/>
                    </a:cubicBezTo>
                    <a:lnTo>
                      <a:pt x="74468" y="512618"/>
                    </a:lnTo>
                    <a:lnTo>
                      <a:pt x="202623" y="512618"/>
                    </a:lnTo>
                    <a:lnTo>
                      <a:pt x="202623" y="0"/>
                    </a:lnTo>
                    <a:lnTo>
                      <a:pt x="0" y="0"/>
                    </a:lnTo>
                    <a:lnTo>
                      <a:pt x="0" y="128155"/>
                    </a:lnTo>
                    <a:lnTo>
                      <a:pt x="26843" y="128155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C7367585-FA62-94BC-4019-11C3659C1876}"/>
                  </a:ext>
                </a:extLst>
              </p:cNvPr>
              <p:cNvSpPr/>
              <p:nvPr/>
            </p:nvSpPr>
            <p:spPr>
              <a:xfrm>
                <a:off x="7058025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79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79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250F0E30-BE00-3568-B0D7-D5A043FB78B6}"/>
                  </a:ext>
                </a:extLst>
              </p:cNvPr>
              <p:cNvSpPr/>
              <p:nvPr/>
            </p:nvSpPr>
            <p:spPr>
              <a:xfrm>
                <a:off x="7056293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370A4361-187F-7DE6-E662-E7A34275BECE}"/>
                  </a:ext>
                </a:extLst>
              </p:cNvPr>
              <p:cNvSpPr/>
              <p:nvPr/>
            </p:nvSpPr>
            <p:spPr>
              <a:xfrm>
                <a:off x="3726006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80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80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B031D13C-0C00-9E14-38EA-150422BE6075}"/>
                  </a:ext>
                </a:extLst>
              </p:cNvPr>
              <p:cNvSpPr/>
              <p:nvPr/>
            </p:nvSpPr>
            <p:spPr>
              <a:xfrm>
                <a:off x="3726006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8065ACE3-71DE-DB87-D5B2-0BCD87760D85}"/>
                  </a:ext>
                </a:extLst>
              </p:cNvPr>
              <p:cNvSpPr/>
              <p:nvPr/>
            </p:nvSpPr>
            <p:spPr>
              <a:xfrm>
                <a:off x="7827818" y="3172690"/>
                <a:ext cx="639040" cy="514349"/>
              </a:xfrm>
              <a:custGeom>
                <a:avLst/>
                <a:gdLst>
                  <a:gd name="connsiteX0" fmla="*/ 639041 w 639040"/>
                  <a:gd name="connsiteY0" fmla="*/ 129020 h 514349"/>
                  <a:gd name="connsiteX1" fmla="*/ 639041 w 639040"/>
                  <a:gd name="connsiteY1" fmla="*/ 0 h 514349"/>
                  <a:gd name="connsiteX2" fmla="*/ 526473 w 639040"/>
                  <a:gd name="connsiteY2" fmla="*/ 0 h 514349"/>
                  <a:gd name="connsiteX3" fmla="*/ 502227 w 639040"/>
                  <a:gd name="connsiteY3" fmla="*/ 9525 h 514349"/>
                  <a:gd name="connsiteX4" fmla="*/ 302203 w 639040"/>
                  <a:gd name="connsiteY4" fmla="*/ 191366 h 514349"/>
                  <a:gd name="connsiteX5" fmla="*/ 281420 w 639040"/>
                  <a:gd name="connsiteY5" fmla="*/ 200025 h 514349"/>
                  <a:gd name="connsiteX6" fmla="*/ 142009 w 639040"/>
                  <a:gd name="connsiteY6" fmla="*/ 200025 h 514349"/>
                  <a:gd name="connsiteX7" fmla="*/ 126423 w 639040"/>
                  <a:gd name="connsiteY7" fmla="*/ 184439 h 514349"/>
                  <a:gd name="connsiteX8" fmla="*/ 126423 w 639040"/>
                  <a:gd name="connsiteY8" fmla="*/ 866 h 514349"/>
                  <a:gd name="connsiteX9" fmla="*/ 0 w 639040"/>
                  <a:gd name="connsiteY9" fmla="*/ 866 h 514349"/>
                  <a:gd name="connsiteX10" fmla="*/ 0 w 639040"/>
                  <a:gd name="connsiteY10" fmla="*/ 513484 h 514349"/>
                  <a:gd name="connsiteX11" fmla="*/ 126423 w 639040"/>
                  <a:gd name="connsiteY11" fmla="*/ 513484 h 514349"/>
                  <a:gd name="connsiteX12" fmla="*/ 126423 w 639040"/>
                  <a:gd name="connsiteY12" fmla="*/ 329911 h 514349"/>
                  <a:gd name="connsiteX13" fmla="*/ 142009 w 639040"/>
                  <a:gd name="connsiteY13" fmla="*/ 314325 h 514349"/>
                  <a:gd name="connsiteX14" fmla="*/ 281420 w 639040"/>
                  <a:gd name="connsiteY14" fmla="*/ 314325 h 514349"/>
                  <a:gd name="connsiteX15" fmla="*/ 302203 w 639040"/>
                  <a:gd name="connsiteY15" fmla="*/ 322984 h 514349"/>
                  <a:gd name="connsiteX16" fmla="*/ 502227 w 639040"/>
                  <a:gd name="connsiteY16" fmla="*/ 504825 h 514349"/>
                  <a:gd name="connsiteX17" fmla="*/ 526473 w 639040"/>
                  <a:gd name="connsiteY17" fmla="*/ 514350 h 514349"/>
                  <a:gd name="connsiteX18" fmla="*/ 639041 w 639040"/>
                  <a:gd name="connsiteY18" fmla="*/ 514350 h 514349"/>
                  <a:gd name="connsiteX19" fmla="*/ 639041 w 639040"/>
                  <a:gd name="connsiteY19" fmla="*/ 386196 h 514349"/>
                  <a:gd name="connsiteX20" fmla="*/ 577562 w 639040"/>
                  <a:gd name="connsiteY20" fmla="*/ 386196 h 514349"/>
                  <a:gd name="connsiteX21" fmla="*/ 524741 w 639040"/>
                  <a:gd name="connsiteY21" fmla="*/ 367145 h 514349"/>
                  <a:gd name="connsiteX22" fmla="*/ 429491 w 639040"/>
                  <a:gd name="connsiteY22" fmla="*/ 283152 h 514349"/>
                  <a:gd name="connsiteX23" fmla="*/ 429491 w 639040"/>
                  <a:gd name="connsiteY23" fmla="*/ 233795 h 514349"/>
                  <a:gd name="connsiteX24" fmla="*/ 524741 w 639040"/>
                  <a:gd name="connsiteY24" fmla="*/ 149802 h 514349"/>
                  <a:gd name="connsiteX25" fmla="*/ 577562 w 639040"/>
                  <a:gd name="connsiteY25" fmla="*/ 130752 h 514349"/>
                  <a:gd name="connsiteX26" fmla="*/ 639041 w 639040"/>
                  <a:gd name="connsiteY26" fmla="*/ 130752 h 514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39040" h="514349">
                    <a:moveTo>
                      <a:pt x="639041" y="129020"/>
                    </a:moveTo>
                    <a:lnTo>
                      <a:pt x="639041" y="0"/>
                    </a:lnTo>
                    <a:lnTo>
                      <a:pt x="526473" y="0"/>
                    </a:lnTo>
                    <a:cubicBezTo>
                      <a:pt x="517814" y="0"/>
                      <a:pt x="509154" y="3464"/>
                      <a:pt x="502227" y="9525"/>
                    </a:cubicBezTo>
                    <a:lnTo>
                      <a:pt x="302203" y="191366"/>
                    </a:lnTo>
                    <a:cubicBezTo>
                      <a:pt x="296141" y="196561"/>
                      <a:pt x="289214" y="200025"/>
                      <a:pt x="281420" y="200025"/>
                    </a:cubicBezTo>
                    <a:lnTo>
                      <a:pt x="142009" y="200025"/>
                    </a:lnTo>
                    <a:cubicBezTo>
                      <a:pt x="133350" y="200025"/>
                      <a:pt x="126423" y="193098"/>
                      <a:pt x="126423" y="184439"/>
                    </a:cubicBezTo>
                    <a:lnTo>
                      <a:pt x="126423" y="866"/>
                    </a:lnTo>
                    <a:lnTo>
                      <a:pt x="0" y="866"/>
                    </a:lnTo>
                    <a:lnTo>
                      <a:pt x="0" y="513484"/>
                    </a:lnTo>
                    <a:lnTo>
                      <a:pt x="126423" y="513484"/>
                    </a:lnTo>
                    <a:lnTo>
                      <a:pt x="126423" y="329911"/>
                    </a:lnTo>
                    <a:cubicBezTo>
                      <a:pt x="126423" y="321252"/>
                      <a:pt x="133350" y="314325"/>
                      <a:pt x="142009" y="314325"/>
                    </a:cubicBezTo>
                    <a:lnTo>
                      <a:pt x="281420" y="314325"/>
                    </a:lnTo>
                    <a:cubicBezTo>
                      <a:pt x="289214" y="314325"/>
                      <a:pt x="296141" y="316923"/>
                      <a:pt x="302203" y="322984"/>
                    </a:cubicBezTo>
                    <a:lnTo>
                      <a:pt x="502227" y="504825"/>
                    </a:lnTo>
                    <a:cubicBezTo>
                      <a:pt x="509154" y="510886"/>
                      <a:pt x="517814" y="514350"/>
                      <a:pt x="526473" y="514350"/>
                    </a:cubicBezTo>
                    <a:lnTo>
                      <a:pt x="639041" y="514350"/>
                    </a:lnTo>
                    <a:lnTo>
                      <a:pt x="639041" y="386196"/>
                    </a:lnTo>
                    <a:lnTo>
                      <a:pt x="577562" y="386196"/>
                    </a:lnTo>
                    <a:cubicBezTo>
                      <a:pt x="558511" y="386196"/>
                      <a:pt x="539461" y="379268"/>
                      <a:pt x="524741" y="367145"/>
                    </a:cubicBezTo>
                    <a:lnTo>
                      <a:pt x="429491" y="283152"/>
                    </a:lnTo>
                    <a:cubicBezTo>
                      <a:pt x="414771" y="270164"/>
                      <a:pt x="414771" y="247650"/>
                      <a:pt x="429491" y="233795"/>
                    </a:cubicBezTo>
                    <a:lnTo>
                      <a:pt x="524741" y="149802"/>
                    </a:lnTo>
                    <a:cubicBezTo>
                      <a:pt x="539461" y="137680"/>
                      <a:pt x="557646" y="131618"/>
                      <a:pt x="577562" y="130752"/>
                    </a:cubicBezTo>
                    <a:lnTo>
                      <a:pt x="639041" y="130752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3E272DE8-1E8C-8684-18A3-E47AAF21B373}"/>
                  </a:ext>
                </a:extLst>
              </p:cNvPr>
              <p:cNvSpPr/>
              <p:nvPr/>
            </p:nvSpPr>
            <p:spPr>
              <a:xfrm>
                <a:off x="4441247" y="3172690"/>
                <a:ext cx="692727" cy="513484"/>
              </a:xfrm>
              <a:custGeom>
                <a:avLst/>
                <a:gdLst>
                  <a:gd name="connsiteX0" fmla="*/ 497898 w 692727"/>
                  <a:gd name="connsiteY0" fmla="*/ 0 h 513484"/>
                  <a:gd name="connsiteX1" fmla="*/ 351559 w 692727"/>
                  <a:gd name="connsiteY1" fmla="*/ 72736 h 513484"/>
                  <a:gd name="connsiteX2" fmla="*/ 0 w 692727"/>
                  <a:gd name="connsiteY2" fmla="*/ 512618 h 513484"/>
                  <a:gd name="connsiteX3" fmla="*/ 178377 w 692727"/>
                  <a:gd name="connsiteY3" fmla="*/ 512618 h 513484"/>
                  <a:gd name="connsiteX4" fmla="*/ 468457 w 692727"/>
                  <a:gd name="connsiteY4" fmla="*/ 155864 h 513484"/>
                  <a:gd name="connsiteX5" fmla="*/ 516082 w 692727"/>
                  <a:gd name="connsiteY5" fmla="*/ 129886 h 513484"/>
                  <a:gd name="connsiteX6" fmla="*/ 564573 w 692727"/>
                  <a:gd name="connsiteY6" fmla="*/ 184439 h 513484"/>
                  <a:gd name="connsiteX7" fmla="*/ 564573 w 692727"/>
                  <a:gd name="connsiteY7" fmla="*/ 339436 h 513484"/>
                  <a:gd name="connsiteX8" fmla="*/ 528205 w 692727"/>
                  <a:gd name="connsiteY8" fmla="*/ 385330 h 513484"/>
                  <a:gd name="connsiteX9" fmla="*/ 492702 w 692727"/>
                  <a:gd name="connsiteY9" fmla="*/ 385330 h 513484"/>
                  <a:gd name="connsiteX10" fmla="*/ 492702 w 692727"/>
                  <a:gd name="connsiteY10" fmla="*/ 513484 h 513484"/>
                  <a:gd name="connsiteX11" fmla="*/ 692727 w 692727"/>
                  <a:gd name="connsiteY11" fmla="*/ 513484 h 513484"/>
                  <a:gd name="connsiteX12" fmla="*/ 692727 w 692727"/>
                  <a:gd name="connsiteY12" fmla="*/ 192232 h 513484"/>
                  <a:gd name="connsiteX13" fmla="*/ 497898 w 692727"/>
                  <a:gd name="connsiteY13" fmla="*/ 866 h 513484"/>
                  <a:gd name="connsiteX14" fmla="*/ 497898 w 692727"/>
                  <a:gd name="connsiteY14" fmla="*/ 866 h 513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2727" h="513484">
                    <a:moveTo>
                      <a:pt x="497898" y="0"/>
                    </a:moveTo>
                    <a:cubicBezTo>
                      <a:pt x="440748" y="866"/>
                      <a:pt x="387061" y="27709"/>
                      <a:pt x="351559" y="72736"/>
                    </a:cubicBezTo>
                    <a:lnTo>
                      <a:pt x="0" y="512618"/>
                    </a:lnTo>
                    <a:lnTo>
                      <a:pt x="178377" y="512618"/>
                    </a:lnTo>
                    <a:lnTo>
                      <a:pt x="468457" y="155864"/>
                    </a:lnTo>
                    <a:cubicBezTo>
                      <a:pt x="483177" y="138545"/>
                      <a:pt x="493568" y="129886"/>
                      <a:pt x="516082" y="129886"/>
                    </a:cubicBezTo>
                    <a:cubicBezTo>
                      <a:pt x="538596" y="129886"/>
                      <a:pt x="564573" y="154998"/>
                      <a:pt x="564573" y="184439"/>
                    </a:cubicBezTo>
                    <a:lnTo>
                      <a:pt x="564573" y="339436"/>
                    </a:lnTo>
                    <a:cubicBezTo>
                      <a:pt x="564573" y="364548"/>
                      <a:pt x="551584" y="385330"/>
                      <a:pt x="528205" y="385330"/>
                    </a:cubicBezTo>
                    <a:lnTo>
                      <a:pt x="492702" y="385330"/>
                    </a:lnTo>
                    <a:lnTo>
                      <a:pt x="492702" y="513484"/>
                    </a:lnTo>
                    <a:lnTo>
                      <a:pt x="692727" y="513484"/>
                    </a:lnTo>
                    <a:lnTo>
                      <a:pt x="692727" y="192232"/>
                    </a:lnTo>
                    <a:cubicBezTo>
                      <a:pt x="692727" y="166255"/>
                      <a:pt x="692727" y="866"/>
                      <a:pt x="497898" y="866"/>
                    </a:cubicBezTo>
                    <a:lnTo>
                      <a:pt x="497898" y="866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8DD0071-FF36-FB3D-BCFC-5CDF9D4BB8E4}"/>
                </a:ext>
              </a:extLst>
            </p:cNvPr>
            <p:cNvGrpSpPr/>
            <p:nvPr/>
          </p:nvGrpSpPr>
          <p:grpSpPr>
            <a:xfrm>
              <a:off x="11237775" y="5428812"/>
              <a:ext cx="644881" cy="280035"/>
              <a:chOff x="11237775" y="5428812"/>
              <a:chExt cx="644881" cy="280035"/>
            </a:xfrm>
            <a:grpFill/>
          </p:grpSpPr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FC72BE89-CE24-18EC-0AB5-646830BB6488}"/>
                  </a:ext>
                </a:extLst>
              </p:cNvPr>
              <p:cNvSpPr/>
              <p:nvPr/>
            </p:nvSpPr>
            <p:spPr>
              <a:xfrm>
                <a:off x="11237775" y="5428812"/>
                <a:ext cx="245631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245631" h="280035">
                    <a:moveTo>
                      <a:pt x="0" y="0"/>
                    </a:moveTo>
                    <a:lnTo>
                      <a:pt x="245631" y="0"/>
                    </a:lnTo>
                    <a:lnTo>
                      <a:pt x="245631" y="50407"/>
                    </a:lnTo>
                    <a:lnTo>
                      <a:pt x="151219" y="50407"/>
                    </a:lnTo>
                    <a:lnTo>
                      <a:pt x="151219" y="280035"/>
                    </a:lnTo>
                    <a:lnTo>
                      <a:pt x="93612" y="280035"/>
                    </a:lnTo>
                    <a:lnTo>
                      <a:pt x="93612" y="50407"/>
                    </a:lnTo>
                    <a:lnTo>
                      <a:pt x="0" y="5040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153D48ED-44B9-8C7C-1618-E4932A3F335F}"/>
                  </a:ext>
                </a:extLst>
              </p:cNvPr>
              <p:cNvSpPr/>
              <p:nvPr/>
            </p:nvSpPr>
            <p:spPr>
              <a:xfrm>
                <a:off x="11521011" y="5428812"/>
                <a:ext cx="361645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361645" h="280035">
                    <a:moveTo>
                      <a:pt x="0" y="0"/>
                    </a:moveTo>
                    <a:lnTo>
                      <a:pt x="100012" y="0"/>
                    </a:lnTo>
                    <a:lnTo>
                      <a:pt x="181622" y="210427"/>
                    </a:lnTo>
                    <a:lnTo>
                      <a:pt x="185623" y="210427"/>
                    </a:lnTo>
                    <a:lnTo>
                      <a:pt x="268033" y="0"/>
                    </a:lnTo>
                    <a:lnTo>
                      <a:pt x="361645" y="0"/>
                    </a:lnTo>
                    <a:lnTo>
                      <a:pt x="361645" y="280035"/>
                    </a:lnTo>
                    <a:lnTo>
                      <a:pt x="305638" y="280035"/>
                    </a:lnTo>
                    <a:lnTo>
                      <a:pt x="305638" y="48006"/>
                    </a:lnTo>
                    <a:lnTo>
                      <a:pt x="301637" y="48006"/>
                    </a:lnTo>
                    <a:lnTo>
                      <a:pt x="211226" y="280035"/>
                    </a:lnTo>
                    <a:lnTo>
                      <a:pt x="150418" y="280035"/>
                    </a:lnTo>
                    <a:lnTo>
                      <a:pt x="60007" y="48006"/>
                    </a:lnTo>
                    <a:lnTo>
                      <a:pt x="56807" y="48006"/>
                    </a:lnTo>
                    <a:lnTo>
                      <a:pt x="56807" y="280035"/>
                    </a:lnTo>
                    <a:lnTo>
                      <a:pt x="0" y="28003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A526EF8-C741-90B4-C2E4-5A46E47F861D}"/>
              </a:ext>
            </a:extLst>
          </p:cNvPr>
          <p:cNvSpPr/>
          <p:nvPr/>
        </p:nvSpPr>
        <p:spPr>
          <a:xfrm>
            <a:off x="11563470" y="293688"/>
            <a:ext cx="336430" cy="3364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209121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and Subtitle Black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4ECB2C-06D2-CF4A-B4C2-BBA54C259302}"/>
              </a:ext>
            </a:extLst>
          </p:cNvPr>
          <p:cNvSpPr/>
          <p:nvPr userDrawn="1"/>
        </p:nvSpPr>
        <p:spPr>
          <a:xfrm>
            <a:off x="0" y="4756994"/>
            <a:ext cx="12192000" cy="210100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33C628C-D29E-A044-B2EB-3DC2477C6A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1" y="5014684"/>
            <a:ext cx="5791200" cy="155448"/>
          </a:xfrm>
          <a:prstGeom prst="rect">
            <a:avLst/>
          </a:prstGeom>
        </p:spPr>
        <p:txBody>
          <a:bodyPr wrap="square" lIns="45720" tIns="0" rIns="0" bIns="0" anchor="ctr">
            <a:spAutoFit/>
          </a:bodyPr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000" b="0" i="0" spc="0">
                <a:solidFill>
                  <a:schemeClr val="bg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  <a:lvl2pPr marL="457173" indent="0">
              <a:buNone/>
              <a:defRPr sz="2400">
                <a:solidFill>
                  <a:schemeClr val="bg1"/>
                </a:solidFill>
              </a:defRPr>
            </a:lvl2pPr>
            <a:lvl3pPr marL="914346" indent="0">
              <a:buNone/>
              <a:defRPr sz="2400">
                <a:solidFill>
                  <a:schemeClr val="bg1"/>
                </a:solidFill>
              </a:defRPr>
            </a:lvl3pPr>
            <a:lvl4pPr marL="1371519" indent="0">
              <a:buNone/>
              <a:defRPr sz="2400">
                <a:solidFill>
                  <a:schemeClr val="bg1"/>
                </a:solidFill>
              </a:defRPr>
            </a:lvl4pPr>
            <a:lvl5pPr marL="1828693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PRESENTER’S NAME, TITLE</a:t>
            </a:r>
          </a:p>
        </p:txBody>
      </p:sp>
      <p:sp>
        <p:nvSpPr>
          <p:cNvPr id="40" name="Title 2">
            <a:extLst>
              <a:ext uri="{FF2B5EF4-FFF2-40B4-BE49-F238E27FC236}">
                <a16:creationId xmlns:a16="http://schemas.microsoft.com/office/drawing/2014/main" id="{34F3AA0F-AE20-56C9-A000-E9EE240A3F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208998"/>
            <a:ext cx="10871200" cy="4023804"/>
          </a:xfrm>
          <a:prstGeom prst="rect">
            <a:avLst/>
          </a:prstGeom>
        </p:spPr>
        <p:txBody>
          <a:bodyPr wrap="square" lIns="0" tIns="0" anchor="t">
            <a:noAutofit/>
          </a:bodyPr>
          <a:lstStyle>
            <a:lvl1pPr marL="0" indent="0">
              <a:lnSpc>
                <a:spcPct val="88000"/>
              </a:lnSpc>
              <a:defRPr sz="8000" b="0" spc="-22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D58DA466-A993-04AF-B67A-65B6194E07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94050" y="5014684"/>
            <a:ext cx="2901950" cy="155448"/>
          </a:xfrm>
        </p:spPr>
        <p:txBody>
          <a:bodyPr lIns="0" anchor="ctr"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PP Fraktion Mono" pitchFamily="49" charset="77"/>
              </a:defRPr>
            </a:lvl1pPr>
          </a:lstStyle>
          <a:p>
            <a:pPr lvl="0"/>
            <a:r>
              <a:rPr lang="en-US" dirty="0"/>
              <a:t>CLICK TO ADD DATE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0AB061F-37F4-3371-0386-6DABF3BFE021}"/>
              </a:ext>
            </a:extLst>
          </p:cNvPr>
          <p:cNvGrpSpPr/>
          <p:nvPr/>
        </p:nvGrpSpPr>
        <p:grpSpPr>
          <a:xfrm>
            <a:off x="297005" y="5411270"/>
            <a:ext cx="11602895" cy="1158371"/>
            <a:chOff x="297005" y="5421618"/>
            <a:chExt cx="11585651" cy="1156649"/>
          </a:xfrm>
          <a:solidFill>
            <a:schemeClr val="bg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D9A9638-C2A3-1839-212D-304885625A61}"/>
                </a:ext>
              </a:extLst>
            </p:cNvPr>
            <p:cNvGrpSpPr/>
            <p:nvPr/>
          </p:nvGrpSpPr>
          <p:grpSpPr>
            <a:xfrm>
              <a:off x="297005" y="5421618"/>
              <a:ext cx="10643138" cy="1156649"/>
              <a:chOff x="3726006" y="3171824"/>
              <a:chExt cx="4740852" cy="515215"/>
            </a:xfrm>
            <a:grpFill/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16F0241C-1948-BF84-639D-E8E39C808944}"/>
                  </a:ext>
                </a:extLst>
              </p:cNvPr>
              <p:cNvSpPr/>
              <p:nvPr/>
            </p:nvSpPr>
            <p:spPr>
              <a:xfrm>
                <a:off x="5262995" y="3173556"/>
                <a:ext cx="639906" cy="512618"/>
              </a:xfrm>
              <a:custGeom>
                <a:avLst/>
                <a:gdLst>
                  <a:gd name="connsiteX0" fmla="*/ 512618 w 639906"/>
                  <a:gd name="connsiteY0" fmla="*/ 348961 h 512618"/>
                  <a:gd name="connsiteX1" fmla="*/ 482311 w 639906"/>
                  <a:gd name="connsiteY1" fmla="*/ 383598 h 512618"/>
                  <a:gd name="connsiteX2" fmla="*/ 446809 w 639906"/>
                  <a:gd name="connsiteY2" fmla="*/ 361950 h 512618"/>
                  <a:gd name="connsiteX3" fmla="*/ 329911 w 639906"/>
                  <a:gd name="connsiteY3" fmla="*/ 40698 h 512618"/>
                  <a:gd name="connsiteX4" fmla="*/ 274493 w 639906"/>
                  <a:gd name="connsiteY4" fmla="*/ 0 h 512618"/>
                  <a:gd name="connsiteX5" fmla="*/ 0 w 639906"/>
                  <a:gd name="connsiteY5" fmla="*/ 0 h 512618"/>
                  <a:gd name="connsiteX6" fmla="*/ 0 w 639906"/>
                  <a:gd name="connsiteY6" fmla="*/ 512618 h 512618"/>
                  <a:gd name="connsiteX7" fmla="*/ 200891 w 639906"/>
                  <a:gd name="connsiteY7" fmla="*/ 512618 h 512618"/>
                  <a:gd name="connsiteX8" fmla="*/ 200891 w 639906"/>
                  <a:gd name="connsiteY8" fmla="*/ 384464 h 512618"/>
                  <a:gd name="connsiteX9" fmla="*/ 165389 w 639906"/>
                  <a:gd name="connsiteY9" fmla="*/ 384464 h 512618"/>
                  <a:gd name="connsiteX10" fmla="*/ 128155 w 639906"/>
                  <a:gd name="connsiteY10" fmla="*/ 338571 h 512618"/>
                  <a:gd name="connsiteX11" fmla="*/ 128155 w 639906"/>
                  <a:gd name="connsiteY11" fmla="*/ 184439 h 512618"/>
                  <a:gd name="connsiteX12" fmla="*/ 200025 w 639906"/>
                  <a:gd name="connsiteY12" fmla="*/ 133350 h 512618"/>
                  <a:gd name="connsiteX13" fmla="*/ 228600 w 639906"/>
                  <a:gd name="connsiteY13" fmla="*/ 164523 h 512618"/>
                  <a:gd name="connsiteX14" fmla="*/ 322118 w 639906"/>
                  <a:gd name="connsiteY14" fmla="*/ 407843 h 512618"/>
                  <a:gd name="connsiteX15" fmla="*/ 475384 w 639906"/>
                  <a:gd name="connsiteY15" fmla="*/ 512618 h 512618"/>
                  <a:gd name="connsiteX16" fmla="*/ 478848 w 639906"/>
                  <a:gd name="connsiteY16" fmla="*/ 512618 h 512618"/>
                  <a:gd name="connsiteX17" fmla="*/ 639907 w 639906"/>
                  <a:gd name="connsiteY17" fmla="*/ 353291 h 512618"/>
                  <a:gd name="connsiteX18" fmla="*/ 639907 w 639906"/>
                  <a:gd name="connsiteY18" fmla="*/ 0 h 512618"/>
                  <a:gd name="connsiteX19" fmla="*/ 511752 w 639906"/>
                  <a:gd name="connsiteY19" fmla="*/ 0 h 512618"/>
                  <a:gd name="connsiteX20" fmla="*/ 511752 w 639906"/>
                  <a:gd name="connsiteY20" fmla="*/ 34982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39906" h="512618">
                    <a:moveTo>
                      <a:pt x="512618" y="348961"/>
                    </a:moveTo>
                    <a:cubicBezTo>
                      <a:pt x="512618" y="366279"/>
                      <a:pt x="499630" y="381000"/>
                      <a:pt x="482311" y="383598"/>
                    </a:cubicBezTo>
                    <a:cubicBezTo>
                      <a:pt x="466725" y="385330"/>
                      <a:pt x="452005" y="375805"/>
                      <a:pt x="446809" y="361950"/>
                    </a:cubicBezTo>
                    <a:lnTo>
                      <a:pt x="329911" y="40698"/>
                    </a:lnTo>
                    <a:cubicBezTo>
                      <a:pt x="321252" y="14721"/>
                      <a:pt x="299605" y="0"/>
                      <a:pt x="274493" y="0"/>
                    </a:cubicBezTo>
                    <a:lnTo>
                      <a:pt x="0" y="0"/>
                    </a:lnTo>
                    <a:lnTo>
                      <a:pt x="0" y="512618"/>
                    </a:lnTo>
                    <a:lnTo>
                      <a:pt x="200891" y="512618"/>
                    </a:lnTo>
                    <a:lnTo>
                      <a:pt x="200891" y="384464"/>
                    </a:lnTo>
                    <a:lnTo>
                      <a:pt x="165389" y="384464"/>
                    </a:lnTo>
                    <a:cubicBezTo>
                      <a:pt x="142009" y="384464"/>
                      <a:pt x="128155" y="363682"/>
                      <a:pt x="128155" y="338571"/>
                    </a:cubicBezTo>
                    <a:lnTo>
                      <a:pt x="128155" y="184439"/>
                    </a:lnTo>
                    <a:cubicBezTo>
                      <a:pt x="128155" y="146339"/>
                      <a:pt x="165389" y="118630"/>
                      <a:pt x="200025" y="133350"/>
                    </a:cubicBezTo>
                    <a:cubicBezTo>
                      <a:pt x="213014" y="139411"/>
                      <a:pt x="223405" y="150668"/>
                      <a:pt x="228600" y="164523"/>
                    </a:cubicBezTo>
                    <a:lnTo>
                      <a:pt x="322118" y="407843"/>
                    </a:lnTo>
                    <a:cubicBezTo>
                      <a:pt x="346364" y="471920"/>
                      <a:pt x="406977" y="512618"/>
                      <a:pt x="475384" y="512618"/>
                    </a:cubicBezTo>
                    <a:lnTo>
                      <a:pt x="478848" y="512618"/>
                    </a:lnTo>
                    <a:cubicBezTo>
                      <a:pt x="567170" y="512618"/>
                      <a:pt x="639907" y="442480"/>
                      <a:pt x="639907" y="353291"/>
                    </a:cubicBezTo>
                    <a:lnTo>
                      <a:pt x="639907" y="0"/>
                    </a:lnTo>
                    <a:lnTo>
                      <a:pt x="511752" y="0"/>
                    </a:lnTo>
                    <a:lnTo>
                      <a:pt x="511752" y="349827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64C98641-645D-0B20-1931-FC95777E3E93}"/>
                  </a:ext>
                </a:extLst>
              </p:cNvPr>
              <p:cNvSpPr/>
              <p:nvPr/>
            </p:nvSpPr>
            <p:spPr>
              <a:xfrm>
                <a:off x="6031922" y="3172690"/>
                <a:ext cx="640772" cy="512618"/>
              </a:xfrm>
              <a:custGeom>
                <a:avLst/>
                <a:gdLst>
                  <a:gd name="connsiteX0" fmla="*/ 384464 w 640772"/>
                  <a:gd name="connsiteY0" fmla="*/ 0 h 512618"/>
                  <a:gd name="connsiteX1" fmla="*/ 0 w 640772"/>
                  <a:gd name="connsiteY1" fmla="*/ 0 h 512618"/>
                  <a:gd name="connsiteX2" fmla="*/ 0 w 640772"/>
                  <a:gd name="connsiteY2" fmla="*/ 129020 h 512618"/>
                  <a:gd name="connsiteX3" fmla="*/ 384464 w 640772"/>
                  <a:gd name="connsiteY3" fmla="*/ 129020 h 512618"/>
                  <a:gd name="connsiteX4" fmla="*/ 511752 w 640772"/>
                  <a:gd name="connsiteY4" fmla="*/ 256309 h 512618"/>
                  <a:gd name="connsiteX5" fmla="*/ 384464 w 640772"/>
                  <a:gd name="connsiteY5" fmla="*/ 383598 h 512618"/>
                  <a:gd name="connsiteX6" fmla="*/ 0 w 640772"/>
                  <a:gd name="connsiteY6" fmla="*/ 383598 h 512618"/>
                  <a:gd name="connsiteX7" fmla="*/ 0 w 640772"/>
                  <a:gd name="connsiteY7" fmla="*/ 512618 h 512618"/>
                  <a:gd name="connsiteX8" fmla="*/ 384464 w 640772"/>
                  <a:gd name="connsiteY8" fmla="*/ 512618 h 512618"/>
                  <a:gd name="connsiteX9" fmla="*/ 609600 w 640772"/>
                  <a:gd name="connsiteY9" fmla="*/ 380134 h 512618"/>
                  <a:gd name="connsiteX10" fmla="*/ 640773 w 640772"/>
                  <a:gd name="connsiteY10" fmla="*/ 256309 h 512618"/>
                  <a:gd name="connsiteX11" fmla="*/ 609600 w 640772"/>
                  <a:gd name="connsiteY11" fmla="*/ 132484 h 512618"/>
                  <a:gd name="connsiteX12" fmla="*/ 384464 w 640772"/>
                  <a:gd name="connsiteY12" fmla="*/ 0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0772" h="512618">
                    <a:moveTo>
                      <a:pt x="384464" y="0"/>
                    </a:moveTo>
                    <a:lnTo>
                      <a:pt x="0" y="0"/>
                    </a:lnTo>
                    <a:lnTo>
                      <a:pt x="0" y="129020"/>
                    </a:lnTo>
                    <a:lnTo>
                      <a:pt x="384464" y="129020"/>
                    </a:lnTo>
                    <a:cubicBezTo>
                      <a:pt x="452004" y="129020"/>
                      <a:pt x="511752" y="188768"/>
                      <a:pt x="511752" y="256309"/>
                    </a:cubicBezTo>
                    <a:cubicBezTo>
                      <a:pt x="511752" y="323850"/>
                      <a:pt x="452004" y="383598"/>
                      <a:pt x="384464" y="383598"/>
                    </a:cubicBezTo>
                    <a:lnTo>
                      <a:pt x="0" y="383598"/>
                    </a:lnTo>
                    <a:lnTo>
                      <a:pt x="0" y="512618"/>
                    </a:lnTo>
                    <a:lnTo>
                      <a:pt x="384464" y="512618"/>
                    </a:lnTo>
                    <a:cubicBezTo>
                      <a:pt x="481446" y="512618"/>
                      <a:pt x="565439" y="458932"/>
                      <a:pt x="609600" y="380134"/>
                    </a:cubicBezTo>
                    <a:cubicBezTo>
                      <a:pt x="629516" y="343766"/>
                      <a:pt x="640773" y="301337"/>
                      <a:pt x="640773" y="256309"/>
                    </a:cubicBezTo>
                    <a:cubicBezTo>
                      <a:pt x="640773" y="211282"/>
                      <a:pt x="629516" y="169718"/>
                      <a:pt x="609600" y="132484"/>
                    </a:cubicBezTo>
                    <a:cubicBezTo>
                      <a:pt x="566305" y="52821"/>
                      <a:pt x="482311" y="0"/>
                      <a:pt x="384464" y="0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7F7519B4-FB0E-2AFE-142C-41050C292520}"/>
                  </a:ext>
                </a:extLst>
              </p:cNvPr>
              <p:cNvSpPr/>
              <p:nvPr/>
            </p:nvSpPr>
            <p:spPr>
              <a:xfrm>
                <a:off x="6726381" y="3171824"/>
                <a:ext cx="202622" cy="512618"/>
              </a:xfrm>
              <a:custGeom>
                <a:avLst/>
                <a:gdLst>
                  <a:gd name="connsiteX0" fmla="*/ 25977 w 202622"/>
                  <a:gd name="connsiteY0" fmla="*/ 129021 h 512618"/>
                  <a:gd name="connsiteX1" fmla="*/ 36368 w 202622"/>
                  <a:gd name="connsiteY1" fmla="*/ 129021 h 512618"/>
                  <a:gd name="connsiteX2" fmla="*/ 74468 w 202622"/>
                  <a:gd name="connsiteY2" fmla="*/ 176646 h 512618"/>
                  <a:gd name="connsiteX3" fmla="*/ 74468 w 202622"/>
                  <a:gd name="connsiteY3" fmla="*/ 512618 h 512618"/>
                  <a:gd name="connsiteX4" fmla="*/ 202623 w 202622"/>
                  <a:gd name="connsiteY4" fmla="*/ 512618 h 512618"/>
                  <a:gd name="connsiteX5" fmla="*/ 202623 w 202622"/>
                  <a:gd name="connsiteY5" fmla="*/ 0 h 512618"/>
                  <a:gd name="connsiteX6" fmla="*/ 0 w 202622"/>
                  <a:gd name="connsiteY6" fmla="*/ 0 h 512618"/>
                  <a:gd name="connsiteX7" fmla="*/ 0 w 202622"/>
                  <a:gd name="connsiteY7" fmla="*/ 128155 h 512618"/>
                  <a:gd name="connsiteX8" fmla="*/ 26843 w 202622"/>
                  <a:gd name="connsiteY8" fmla="*/ 128155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2622" h="512618">
                    <a:moveTo>
                      <a:pt x="25977" y="129021"/>
                    </a:moveTo>
                    <a:cubicBezTo>
                      <a:pt x="29441" y="129021"/>
                      <a:pt x="32039" y="129021"/>
                      <a:pt x="36368" y="129021"/>
                    </a:cubicBezTo>
                    <a:cubicBezTo>
                      <a:pt x="59748" y="132484"/>
                      <a:pt x="74468" y="151534"/>
                      <a:pt x="74468" y="176646"/>
                    </a:cubicBezTo>
                    <a:lnTo>
                      <a:pt x="74468" y="512618"/>
                    </a:lnTo>
                    <a:lnTo>
                      <a:pt x="202623" y="512618"/>
                    </a:lnTo>
                    <a:lnTo>
                      <a:pt x="202623" y="0"/>
                    </a:lnTo>
                    <a:lnTo>
                      <a:pt x="0" y="0"/>
                    </a:lnTo>
                    <a:lnTo>
                      <a:pt x="0" y="128155"/>
                    </a:lnTo>
                    <a:lnTo>
                      <a:pt x="26843" y="128155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C7367585-FA62-94BC-4019-11C3659C1876}"/>
                  </a:ext>
                </a:extLst>
              </p:cNvPr>
              <p:cNvSpPr/>
              <p:nvPr/>
            </p:nvSpPr>
            <p:spPr>
              <a:xfrm>
                <a:off x="7058025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79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79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250F0E30-BE00-3568-B0D7-D5A043FB78B6}"/>
                  </a:ext>
                </a:extLst>
              </p:cNvPr>
              <p:cNvSpPr/>
              <p:nvPr/>
            </p:nvSpPr>
            <p:spPr>
              <a:xfrm>
                <a:off x="7056293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370A4361-187F-7DE6-E662-E7A34275BECE}"/>
                  </a:ext>
                </a:extLst>
              </p:cNvPr>
              <p:cNvSpPr/>
              <p:nvPr/>
            </p:nvSpPr>
            <p:spPr>
              <a:xfrm>
                <a:off x="3726006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80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80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B031D13C-0C00-9E14-38EA-150422BE6075}"/>
                  </a:ext>
                </a:extLst>
              </p:cNvPr>
              <p:cNvSpPr/>
              <p:nvPr/>
            </p:nvSpPr>
            <p:spPr>
              <a:xfrm>
                <a:off x="3726006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8065ACE3-71DE-DB87-D5B2-0BCD87760D85}"/>
                  </a:ext>
                </a:extLst>
              </p:cNvPr>
              <p:cNvSpPr/>
              <p:nvPr/>
            </p:nvSpPr>
            <p:spPr>
              <a:xfrm>
                <a:off x="7827818" y="3172690"/>
                <a:ext cx="639040" cy="514349"/>
              </a:xfrm>
              <a:custGeom>
                <a:avLst/>
                <a:gdLst>
                  <a:gd name="connsiteX0" fmla="*/ 639041 w 639040"/>
                  <a:gd name="connsiteY0" fmla="*/ 129020 h 514349"/>
                  <a:gd name="connsiteX1" fmla="*/ 639041 w 639040"/>
                  <a:gd name="connsiteY1" fmla="*/ 0 h 514349"/>
                  <a:gd name="connsiteX2" fmla="*/ 526473 w 639040"/>
                  <a:gd name="connsiteY2" fmla="*/ 0 h 514349"/>
                  <a:gd name="connsiteX3" fmla="*/ 502227 w 639040"/>
                  <a:gd name="connsiteY3" fmla="*/ 9525 h 514349"/>
                  <a:gd name="connsiteX4" fmla="*/ 302203 w 639040"/>
                  <a:gd name="connsiteY4" fmla="*/ 191366 h 514349"/>
                  <a:gd name="connsiteX5" fmla="*/ 281420 w 639040"/>
                  <a:gd name="connsiteY5" fmla="*/ 200025 h 514349"/>
                  <a:gd name="connsiteX6" fmla="*/ 142009 w 639040"/>
                  <a:gd name="connsiteY6" fmla="*/ 200025 h 514349"/>
                  <a:gd name="connsiteX7" fmla="*/ 126423 w 639040"/>
                  <a:gd name="connsiteY7" fmla="*/ 184439 h 514349"/>
                  <a:gd name="connsiteX8" fmla="*/ 126423 w 639040"/>
                  <a:gd name="connsiteY8" fmla="*/ 866 h 514349"/>
                  <a:gd name="connsiteX9" fmla="*/ 0 w 639040"/>
                  <a:gd name="connsiteY9" fmla="*/ 866 h 514349"/>
                  <a:gd name="connsiteX10" fmla="*/ 0 w 639040"/>
                  <a:gd name="connsiteY10" fmla="*/ 513484 h 514349"/>
                  <a:gd name="connsiteX11" fmla="*/ 126423 w 639040"/>
                  <a:gd name="connsiteY11" fmla="*/ 513484 h 514349"/>
                  <a:gd name="connsiteX12" fmla="*/ 126423 w 639040"/>
                  <a:gd name="connsiteY12" fmla="*/ 329911 h 514349"/>
                  <a:gd name="connsiteX13" fmla="*/ 142009 w 639040"/>
                  <a:gd name="connsiteY13" fmla="*/ 314325 h 514349"/>
                  <a:gd name="connsiteX14" fmla="*/ 281420 w 639040"/>
                  <a:gd name="connsiteY14" fmla="*/ 314325 h 514349"/>
                  <a:gd name="connsiteX15" fmla="*/ 302203 w 639040"/>
                  <a:gd name="connsiteY15" fmla="*/ 322984 h 514349"/>
                  <a:gd name="connsiteX16" fmla="*/ 502227 w 639040"/>
                  <a:gd name="connsiteY16" fmla="*/ 504825 h 514349"/>
                  <a:gd name="connsiteX17" fmla="*/ 526473 w 639040"/>
                  <a:gd name="connsiteY17" fmla="*/ 514350 h 514349"/>
                  <a:gd name="connsiteX18" fmla="*/ 639041 w 639040"/>
                  <a:gd name="connsiteY18" fmla="*/ 514350 h 514349"/>
                  <a:gd name="connsiteX19" fmla="*/ 639041 w 639040"/>
                  <a:gd name="connsiteY19" fmla="*/ 386196 h 514349"/>
                  <a:gd name="connsiteX20" fmla="*/ 577562 w 639040"/>
                  <a:gd name="connsiteY20" fmla="*/ 386196 h 514349"/>
                  <a:gd name="connsiteX21" fmla="*/ 524741 w 639040"/>
                  <a:gd name="connsiteY21" fmla="*/ 367145 h 514349"/>
                  <a:gd name="connsiteX22" fmla="*/ 429491 w 639040"/>
                  <a:gd name="connsiteY22" fmla="*/ 283152 h 514349"/>
                  <a:gd name="connsiteX23" fmla="*/ 429491 w 639040"/>
                  <a:gd name="connsiteY23" fmla="*/ 233795 h 514349"/>
                  <a:gd name="connsiteX24" fmla="*/ 524741 w 639040"/>
                  <a:gd name="connsiteY24" fmla="*/ 149802 h 514349"/>
                  <a:gd name="connsiteX25" fmla="*/ 577562 w 639040"/>
                  <a:gd name="connsiteY25" fmla="*/ 130752 h 514349"/>
                  <a:gd name="connsiteX26" fmla="*/ 639041 w 639040"/>
                  <a:gd name="connsiteY26" fmla="*/ 130752 h 514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39040" h="514349">
                    <a:moveTo>
                      <a:pt x="639041" y="129020"/>
                    </a:moveTo>
                    <a:lnTo>
                      <a:pt x="639041" y="0"/>
                    </a:lnTo>
                    <a:lnTo>
                      <a:pt x="526473" y="0"/>
                    </a:lnTo>
                    <a:cubicBezTo>
                      <a:pt x="517814" y="0"/>
                      <a:pt x="509154" y="3464"/>
                      <a:pt x="502227" y="9525"/>
                    </a:cubicBezTo>
                    <a:lnTo>
                      <a:pt x="302203" y="191366"/>
                    </a:lnTo>
                    <a:cubicBezTo>
                      <a:pt x="296141" y="196561"/>
                      <a:pt x="289214" y="200025"/>
                      <a:pt x="281420" y="200025"/>
                    </a:cubicBezTo>
                    <a:lnTo>
                      <a:pt x="142009" y="200025"/>
                    </a:lnTo>
                    <a:cubicBezTo>
                      <a:pt x="133350" y="200025"/>
                      <a:pt x="126423" y="193098"/>
                      <a:pt x="126423" y="184439"/>
                    </a:cubicBezTo>
                    <a:lnTo>
                      <a:pt x="126423" y="866"/>
                    </a:lnTo>
                    <a:lnTo>
                      <a:pt x="0" y="866"/>
                    </a:lnTo>
                    <a:lnTo>
                      <a:pt x="0" y="513484"/>
                    </a:lnTo>
                    <a:lnTo>
                      <a:pt x="126423" y="513484"/>
                    </a:lnTo>
                    <a:lnTo>
                      <a:pt x="126423" y="329911"/>
                    </a:lnTo>
                    <a:cubicBezTo>
                      <a:pt x="126423" y="321252"/>
                      <a:pt x="133350" y="314325"/>
                      <a:pt x="142009" y="314325"/>
                    </a:cubicBezTo>
                    <a:lnTo>
                      <a:pt x="281420" y="314325"/>
                    </a:lnTo>
                    <a:cubicBezTo>
                      <a:pt x="289214" y="314325"/>
                      <a:pt x="296141" y="316923"/>
                      <a:pt x="302203" y="322984"/>
                    </a:cubicBezTo>
                    <a:lnTo>
                      <a:pt x="502227" y="504825"/>
                    </a:lnTo>
                    <a:cubicBezTo>
                      <a:pt x="509154" y="510886"/>
                      <a:pt x="517814" y="514350"/>
                      <a:pt x="526473" y="514350"/>
                    </a:cubicBezTo>
                    <a:lnTo>
                      <a:pt x="639041" y="514350"/>
                    </a:lnTo>
                    <a:lnTo>
                      <a:pt x="639041" y="386196"/>
                    </a:lnTo>
                    <a:lnTo>
                      <a:pt x="577562" y="386196"/>
                    </a:lnTo>
                    <a:cubicBezTo>
                      <a:pt x="558511" y="386196"/>
                      <a:pt x="539461" y="379268"/>
                      <a:pt x="524741" y="367145"/>
                    </a:cubicBezTo>
                    <a:lnTo>
                      <a:pt x="429491" y="283152"/>
                    </a:lnTo>
                    <a:cubicBezTo>
                      <a:pt x="414771" y="270164"/>
                      <a:pt x="414771" y="247650"/>
                      <a:pt x="429491" y="233795"/>
                    </a:cubicBezTo>
                    <a:lnTo>
                      <a:pt x="524741" y="149802"/>
                    </a:lnTo>
                    <a:cubicBezTo>
                      <a:pt x="539461" y="137680"/>
                      <a:pt x="557646" y="131618"/>
                      <a:pt x="577562" y="130752"/>
                    </a:cubicBezTo>
                    <a:lnTo>
                      <a:pt x="639041" y="130752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3E272DE8-1E8C-8684-18A3-E47AAF21B373}"/>
                  </a:ext>
                </a:extLst>
              </p:cNvPr>
              <p:cNvSpPr/>
              <p:nvPr/>
            </p:nvSpPr>
            <p:spPr>
              <a:xfrm>
                <a:off x="4441247" y="3172690"/>
                <a:ext cx="692727" cy="513484"/>
              </a:xfrm>
              <a:custGeom>
                <a:avLst/>
                <a:gdLst>
                  <a:gd name="connsiteX0" fmla="*/ 497898 w 692727"/>
                  <a:gd name="connsiteY0" fmla="*/ 0 h 513484"/>
                  <a:gd name="connsiteX1" fmla="*/ 351559 w 692727"/>
                  <a:gd name="connsiteY1" fmla="*/ 72736 h 513484"/>
                  <a:gd name="connsiteX2" fmla="*/ 0 w 692727"/>
                  <a:gd name="connsiteY2" fmla="*/ 512618 h 513484"/>
                  <a:gd name="connsiteX3" fmla="*/ 178377 w 692727"/>
                  <a:gd name="connsiteY3" fmla="*/ 512618 h 513484"/>
                  <a:gd name="connsiteX4" fmla="*/ 468457 w 692727"/>
                  <a:gd name="connsiteY4" fmla="*/ 155864 h 513484"/>
                  <a:gd name="connsiteX5" fmla="*/ 516082 w 692727"/>
                  <a:gd name="connsiteY5" fmla="*/ 129886 h 513484"/>
                  <a:gd name="connsiteX6" fmla="*/ 564573 w 692727"/>
                  <a:gd name="connsiteY6" fmla="*/ 184439 h 513484"/>
                  <a:gd name="connsiteX7" fmla="*/ 564573 w 692727"/>
                  <a:gd name="connsiteY7" fmla="*/ 339436 h 513484"/>
                  <a:gd name="connsiteX8" fmla="*/ 528205 w 692727"/>
                  <a:gd name="connsiteY8" fmla="*/ 385330 h 513484"/>
                  <a:gd name="connsiteX9" fmla="*/ 492702 w 692727"/>
                  <a:gd name="connsiteY9" fmla="*/ 385330 h 513484"/>
                  <a:gd name="connsiteX10" fmla="*/ 492702 w 692727"/>
                  <a:gd name="connsiteY10" fmla="*/ 513484 h 513484"/>
                  <a:gd name="connsiteX11" fmla="*/ 692727 w 692727"/>
                  <a:gd name="connsiteY11" fmla="*/ 513484 h 513484"/>
                  <a:gd name="connsiteX12" fmla="*/ 692727 w 692727"/>
                  <a:gd name="connsiteY12" fmla="*/ 192232 h 513484"/>
                  <a:gd name="connsiteX13" fmla="*/ 497898 w 692727"/>
                  <a:gd name="connsiteY13" fmla="*/ 866 h 513484"/>
                  <a:gd name="connsiteX14" fmla="*/ 497898 w 692727"/>
                  <a:gd name="connsiteY14" fmla="*/ 866 h 513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2727" h="513484">
                    <a:moveTo>
                      <a:pt x="497898" y="0"/>
                    </a:moveTo>
                    <a:cubicBezTo>
                      <a:pt x="440748" y="866"/>
                      <a:pt x="387061" y="27709"/>
                      <a:pt x="351559" y="72736"/>
                    </a:cubicBezTo>
                    <a:lnTo>
                      <a:pt x="0" y="512618"/>
                    </a:lnTo>
                    <a:lnTo>
                      <a:pt x="178377" y="512618"/>
                    </a:lnTo>
                    <a:lnTo>
                      <a:pt x="468457" y="155864"/>
                    </a:lnTo>
                    <a:cubicBezTo>
                      <a:pt x="483177" y="138545"/>
                      <a:pt x="493568" y="129886"/>
                      <a:pt x="516082" y="129886"/>
                    </a:cubicBezTo>
                    <a:cubicBezTo>
                      <a:pt x="538596" y="129886"/>
                      <a:pt x="564573" y="154998"/>
                      <a:pt x="564573" y="184439"/>
                    </a:cubicBezTo>
                    <a:lnTo>
                      <a:pt x="564573" y="339436"/>
                    </a:lnTo>
                    <a:cubicBezTo>
                      <a:pt x="564573" y="364548"/>
                      <a:pt x="551584" y="385330"/>
                      <a:pt x="528205" y="385330"/>
                    </a:cubicBezTo>
                    <a:lnTo>
                      <a:pt x="492702" y="385330"/>
                    </a:lnTo>
                    <a:lnTo>
                      <a:pt x="492702" y="513484"/>
                    </a:lnTo>
                    <a:lnTo>
                      <a:pt x="692727" y="513484"/>
                    </a:lnTo>
                    <a:lnTo>
                      <a:pt x="692727" y="192232"/>
                    </a:lnTo>
                    <a:cubicBezTo>
                      <a:pt x="692727" y="166255"/>
                      <a:pt x="692727" y="866"/>
                      <a:pt x="497898" y="866"/>
                    </a:cubicBezTo>
                    <a:lnTo>
                      <a:pt x="497898" y="866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8DD0071-FF36-FB3D-BCFC-5CDF9D4BB8E4}"/>
                </a:ext>
              </a:extLst>
            </p:cNvPr>
            <p:cNvGrpSpPr/>
            <p:nvPr/>
          </p:nvGrpSpPr>
          <p:grpSpPr>
            <a:xfrm>
              <a:off x="11237775" y="5428812"/>
              <a:ext cx="644881" cy="280035"/>
              <a:chOff x="11237775" y="5428812"/>
              <a:chExt cx="644881" cy="280035"/>
            </a:xfrm>
            <a:grpFill/>
          </p:grpSpPr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FC72BE89-CE24-18EC-0AB5-646830BB6488}"/>
                  </a:ext>
                </a:extLst>
              </p:cNvPr>
              <p:cNvSpPr/>
              <p:nvPr/>
            </p:nvSpPr>
            <p:spPr>
              <a:xfrm>
                <a:off x="11237775" y="5428812"/>
                <a:ext cx="245631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245631" h="280035">
                    <a:moveTo>
                      <a:pt x="0" y="0"/>
                    </a:moveTo>
                    <a:lnTo>
                      <a:pt x="245631" y="0"/>
                    </a:lnTo>
                    <a:lnTo>
                      <a:pt x="245631" y="50407"/>
                    </a:lnTo>
                    <a:lnTo>
                      <a:pt x="151219" y="50407"/>
                    </a:lnTo>
                    <a:lnTo>
                      <a:pt x="151219" y="280035"/>
                    </a:lnTo>
                    <a:lnTo>
                      <a:pt x="93612" y="280035"/>
                    </a:lnTo>
                    <a:lnTo>
                      <a:pt x="93612" y="50407"/>
                    </a:lnTo>
                    <a:lnTo>
                      <a:pt x="0" y="5040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153D48ED-44B9-8C7C-1618-E4932A3F335F}"/>
                  </a:ext>
                </a:extLst>
              </p:cNvPr>
              <p:cNvSpPr/>
              <p:nvPr/>
            </p:nvSpPr>
            <p:spPr>
              <a:xfrm>
                <a:off x="11521011" y="5428812"/>
                <a:ext cx="361645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361645" h="280035">
                    <a:moveTo>
                      <a:pt x="0" y="0"/>
                    </a:moveTo>
                    <a:lnTo>
                      <a:pt x="100012" y="0"/>
                    </a:lnTo>
                    <a:lnTo>
                      <a:pt x="181622" y="210427"/>
                    </a:lnTo>
                    <a:lnTo>
                      <a:pt x="185623" y="210427"/>
                    </a:lnTo>
                    <a:lnTo>
                      <a:pt x="268033" y="0"/>
                    </a:lnTo>
                    <a:lnTo>
                      <a:pt x="361645" y="0"/>
                    </a:lnTo>
                    <a:lnTo>
                      <a:pt x="361645" y="280035"/>
                    </a:lnTo>
                    <a:lnTo>
                      <a:pt x="305638" y="280035"/>
                    </a:lnTo>
                    <a:lnTo>
                      <a:pt x="305638" y="48006"/>
                    </a:lnTo>
                    <a:lnTo>
                      <a:pt x="301637" y="48006"/>
                    </a:lnTo>
                    <a:lnTo>
                      <a:pt x="211226" y="280035"/>
                    </a:lnTo>
                    <a:lnTo>
                      <a:pt x="150418" y="280035"/>
                    </a:lnTo>
                    <a:lnTo>
                      <a:pt x="60007" y="48006"/>
                    </a:lnTo>
                    <a:lnTo>
                      <a:pt x="56807" y="48006"/>
                    </a:lnTo>
                    <a:lnTo>
                      <a:pt x="56807" y="280035"/>
                    </a:lnTo>
                    <a:lnTo>
                      <a:pt x="0" y="28003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A526EF8-C741-90B4-C2E4-5A46E47F861D}"/>
              </a:ext>
            </a:extLst>
          </p:cNvPr>
          <p:cNvSpPr/>
          <p:nvPr/>
        </p:nvSpPr>
        <p:spPr>
          <a:xfrm>
            <a:off x="11563470" y="293688"/>
            <a:ext cx="336430" cy="3364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81324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and Subtitle Gra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33C628C-D29E-A044-B2EB-3DC2477C6A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1" y="5014684"/>
            <a:ext cx="5791200" cy="155448"/>
          </a:xfrm>
          <a:prstGeom prst="rect">
            <a:avLst/>
          </a:prstGeom>
        </p:spPr>
        <p:txBody>
          <a:bodyPr wrap="square" lIns="45720" tIns="0" rIns="0" bIns="0" anchor="ctr">
            <a:spAutoFit/>
          </a:bodyPr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000" b="0" i="0" spc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  <a:lvl2pPr marL="457173" indent="0">
              <a:buNone/>
              <a:defRPr sz="2400">
                <a:solidFill>
                  <a:schemeClr val="bg1"/>
                </a:solidFill>
              </a:defRPr>
            </a:lvl2pPr>
            <a:lvl3pPr marL="914346" indent="0">
              <a:buNone/>
              <a:defRPr sz="2400">
                <a:solidFill>
                  <a:schemeClr val="bg1"/>
                </a:solidFill>
              </a:defRPr>
            </a:lvl3pPr>
            <a:lvl4pPr marL="1371519" indent="0">
              <a:buNone/>
              <a:defRPr sz="2400">
                <a:solidFill>
                  <a:schemeClr val="bg1"/>
                </a:solidFill>
              </a:defRPr>
            </a:lvl4pPr>
            <a:lvl5pPr marL="1828693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PRESENTER’S NAME, TITLE</a:t>
            </a:r>
          </a:p>
        </p:txBody>
      </p:sp>
      <p:sp>
        <p:nvSpPr>
          <p:cNvPr id="40" name="Title 2">
            <a:extLst>
              <a:ext uri="{FF2B5EF4-FFF2-40B4-BE49-F238E27FC236}">
                <a16:creationId xmlns:a16="http://schemas.microsoft.com/office/drawing/2014/main" id="{34F3AA0F-AE20-56C9-A000-E9EE240A3F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208998"/>
            <a:ext cx="10871200" cy="4023804"/>
          </a:xfrm>
          <a:prstGeom prst="rect">
            <a:avLst/>
          </a:prstGeom>
        </p:spPr>
        <p:txBody>
          <a:bodyPr wrap="square" lIns="0" tIns="0" anchor="t">
            <a:noAutofit/>
          </a:bodyPr>
          <a:lstStyle>
            <a:lvl1pPr marL="0" indent="0">
              <a:lnSpc>
                <a:spcPct val="88000"/>
              </a:lnSpc>
              <a:defRPr sz="8000" b="0" spc="-22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D58DA466-A993-04AF-B67A-65B6194E07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94050" y="5014684"/>
            <a:ext cx="2901950" cy="155448"/>
          </a:xfrm>
        </p:spPr>
        <p:txBody>
          <a:bodyPr lIns="0" anchor="ctr"/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PP Fraktion Mono" pitchFamily="49" charset="77"/>
              </a:defRPr>
            </a:lvl1pPr>
          </a:lstStyle>
          <a:p>
            <a:pPr lvl="0"/>
            <a:r>
              <a:rPr lang="en-US" dirty="0"/>
              <a:t>CLICK TO ADD DATE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CDDF994-F924-91C6-3F1E-E4E0875CC5B8}"/>
              </a:ext>
            </a:extLst>
          </p:cNvPr>
          <p:cNvGrpSpPr/>
          <p:nvPr/>
        </p:nvGrpSpPr>
        <p:grpSpPr>
          <a:xfrm>
            <a:off x="297005" y="5411270"/>
            <a:ext cx="11602895" cy="1158371"/>
            <a:chOff x="297005" y="5421618"/>
            <a:chExt cx="11585651" cy="1156649"/>
          </a:xfrm>
          <a:solidFill>
            <a:schemeClr val="tx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71B6FE7-EBB1-DA7B-4A82-3C2956220F14}"/>
                </a:ext>
              </a:extLst>
            </p:cNvPr>
            <p:cNvGrpSpPr/>
            <p:nvPr/>
          </p:nvGrpSpPr>
          <p:grpSpPr>
            <a:xfrm>
              <a:off x="297005" y="5421618"/>
              <a:ext cx="10643138" cy="1156649"/>
              <a:chOff x="3726006" y="3171824"/>
              <a:chExt cx="4740852" cy="515215"/>
            </a:xfrm>
            <a:grpFill/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41CE9A53-042C-0D1D-67F0-DD8E216DD81D}"/>
                  </a:ext>
                </a:extLst>
              </p:cNvPr>
              <p:cNvSpPr/>
              <p:nvPr/>
            </p:nvSpPr>
            <p:spPr>
              <a:xfrm>
                <a:off x="5262995" y="3173556"/>
                <a:ext cx="639906" cy="512618"/>
              </a:xfrm>
              <a:custGeom>
                <a:avLst/>
                <a:gdLst>
                  <a:gd name="connsiteX0" fmla="*/ 512618 w 639906"/>
                  <a:gd name="connsiteY0" fmla="*/ 348961 h 512618"/>
                  <a:gd name="connsiteX1" fmla="*/ 482311 w 639906"/>
                  <a:gd name="connsiteY1" fmla="*/ 383598 h 512618"/>
                  <a:gd name="connsiteX2" fmla="*/ 446809 w 639906"/>
                  <a:gd name="connsiteY2" fmla="*/ 361950 h 512618"/>
                  <a:gd name="connsiteX3" fmla="*/ 329911 w 639906"/>
                  <a:gd name="connsiteY3" fmla="*/ 40698 h 512618"/>
                  <a:gd name="connsiteX4" fmla="*/ 274493 w 639906"/>
                  <a:gd name="connsiteY4" fmla="*/ 0 h 512618"/>
                  <a:gd name="connsiteX5" fmla="*/ 0 w 639906"/>
                  <a:gd name="connsiteY5" fmla="*/ 0 h 512618"/>
                  <a:gd name="connsiteX6" fmla="*/ 0 w 639906"/>
                  <a:gd name="connsiteY6" fmla="*/ 512618 h 512618"/>
                  <a:gd name="connsiteX7" fmla="*/ 200891 w 639906"/>
                  <a:gd name="connsiteY7" fmla="*/ 512618 h 512618"/>
                  <a:gd name="connsiteX8" fmla="*/ 200891 w 639906"/>
                  <a:gd name="connsiteY8" fmla="*/ 384464 h 512618"/>
                  <a:gd name="connsiteX9" fmla="*/ 165389 w 639906"/>
                  <a:gd name="connsiteY9" fmla="*/ 384464 h 512618"/>
                  <a:gd name="connsiteX10" fmla="*/ 128155 w 639906"/>
                  <a:gd name="connsiteY10" fmla="*/ 338571 h 512618"/>
                  <a:gd name="connsiteX11" fmla="*/ 128155 w 639906"/>
                  <a:gd name="connsiteY11" fmla="*/ 184439 h 512618"/>
                  <a:gd name="connsiteX12" fmla="*/ 200025 w 639906"/>
                  <a:gd name="connsiteY12" fmla="*/ 133350 h 512618"/>
                  <a:gd name="connsiteX13" fmla="*/ 228600 w 639906"/>
                  <a:gd name="connsiteY13" fmla="*/ 164523 h 512618"/>
                  <a:gd name="connsiteX14" fmla="*/ 322118 w 639906"/>
                  <a:gd name="connsiteY14" fmla="*/ 407843 h 512618"/>
                  <a:gd name="connsiteX15" fmla="*/ 475384 w 639906"/>
                  <a:gd name="connsiteY15" fmla="*/ 512618 h 512618"/>
                  <a:gd name="connsiteX16" fmla="*/ 478848 w 639906"/>
                  <a:gd name="connsiteY16" fmla="*/ 512618 h 512618"/>
                  <a:gd name="connsiteX17" fmla="*/ 639907 w 639906"/>
                  <a:gd name="connsiteY17" fmla="*/ 353291 h 512618"/>
                  <a:gd name="connsiteX18" fmla="*/ 639907 w 639906"/>
                  <a:gd name="connsiteY18" fmla="*/ 0 h 512618"/>
                  <a:gd name="connsiteX19" fmla="*/ 511752 w 639906"/>
                  <a:gd name="connsiteY19" fmla="*/ 0 h 512618"/>
                  <a:gd name="connsiteX20" fmla="*/ 511752 w 639906"/>
                  <a:gd name="connsiteY20" fmla="*/ 34982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39906" h="512618">
                    <a:moveTo>
                      <a:pt x="512618" y="348961"/>
                    </a:moveTo>
                    <a:cubicBezTo>
                      <a:pt x="512618" y="366279"/>
                      <a:pt x="499630" y="381000"/>
                      <a:pt x="482311" y="383598"/>
                    </a:cubicBezTo>
                    <a:cubicBezTo>
                      <a:pt x="466725" y="385330"/>
                      <a:pt x="452005" y="375805"/>
                      <a:pt x="446809" y="361950"/>
                    </a:cubicBezTo>
                    <a:lnTo>
                      <a:pt x="329911" y="40698"/>
                    </a:lnTo>
                    <a:cubicBezTo>
                      <a:pt x="321252" y="14721"/>
                      <a:pt x="299605" y="0"/>
                      <a:pt x="274493" y="0"/>
                    </a:cubicBezTo>
                    <a:lnTo>
                      <a:pt x="0" y="0"/>
                    </a:lnTo>
                    <a:lnTo>
                      <a:pt x="0" y="512618"/>
                    </a:lnTo>
                    <a:lnTo>
                      <a:pt x="200891" y="512618"/>
                    </a:lnTo>
                    <a:lnTo>
                      <a:pt x="200891" y="384464"/>
                    </a:lnTo>
                    <a:lnTo>
                      <a:pt x="165389" y="384464"/>
                    </a:lnTo>
                    <a:cubicBezTo>
                      <a:pt x="142009" y="384464"/>
                      <a:pt x="128155" y="363682"/>
                      <a:pt x="128155" y="338571"/>
                    </a:cubicBezTo>
                    <a:lnTo>
                      <a:pt x="128155" y="184439"/>
                    </a:lnTo>
                    <a:cubicBezTo>
                      <a:pt x="128155" y="146339"/>
                      <a:pt x="165389" y="118630"/>
                      <a:pt x="200025" y="133350"/>
                    </a:cubicBezTo>
                    <a:cubicBezTo>
                      <a:pt x="213014" y="139411"/>
                      <a:pt x="223405" y="150668"/>
                      <a:pt x="228600" y="164523"/>
                    </a:cubicBezTo>
                    <a:lnTo>
                      <a:pt x="322118" y="407843"/>
                    </a:lnTo>
                    <a:cubicBezTo>
                      <a:pt x="346364" y="471920"/>
                      <a:pt x="406977" y="512618"/>
                      <a:pt x="475384" y="512618"/>
                    </a:cubicBezTo>
                    <a:lnTo>
                      <a:pt x="478848" y="512618"/>
                    </a:lnTo>
                    <a:cubicBezTo>
                      <a:pt x="567170" y="512618"/>
                      <a:pt x="639907" y="442480"/>
                      <a:pt x="639907" y="353291"/>
                    </a:cubicBezTo>
                    <a:lnTo>
                      <a:pt x="639907" y="0"/>
                    </a:lnTo>
                    <a:lnTo>
                      <a:pt x="511752" y="0"/>
                    </a:lnTo>
                    <a:lnTo>
                      <a:pt x="511752" y="349827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DF8A31ED-BC93-1D0D-4E03-72AF5B573E1D}"/>
                  </a:ext>
                </a:extLst>
              </p:cNvPr>
              <p:cNvSpPr/>
              <p:nvPr/>
            </p:nvSpPr>
            <p:spPr>
              <a:xfrm>
                <a:off x="6031922" y="3172690"/>
                <a:ext cx="640772" cy="512618"/>
              </a:xfrm>
              <a:custGeom>
                <a:avLst/>
                <a:gdLst>
                  <a:gd name="connsiteX0" fmla="*/ 384464 w 640772"/>
                  <a:gd name="connsiteY0" fmla="*/ 0 h 512618"/>
                  <a:gd name="connsiteX1" fmla="*/ 0 w 640772"/>
                  <a:gd name="connsiteY1" fmla="*/ 0 h 512618"/>
                  <a:gd name="connsiteX2" fmla="*/ 0 w 640772"/>
                  <a:gd name="connsiteY2" fmla="*/ 129020 h 512618"/>
                  <a:gd name="connsiteX3" fmla="*/ 384464 w 640772"/>
                  <a:gd name="connsiteY3" fmla="*/ 129020 h 512618"/>
                  <a:gd name="connsiteX4" fmla="*/ 511752 w 640772"/>
                  <a:gd name="connsiteY4" fmla="*/ 256309 h 512618"/>
                  <a:gd name="connsiteX5" fmla="*/ 384464 w 640772"/>
                  <a:gd name="connsiteY5" fmla="*/ 383598 h 512618"/>
                  <a:gd name="connsiteX6" fmla="*/ 0 w 640772"/>
                  <a:gd name="connsiteY6" fmla="*/ 383598 h 512618"/>
                  <a:gd name="connsiteX7" fmla="*/ 0 w 640772"/>
                  <a:gd name="connsiteY7" fmla="*/ 512618 h 512618"/>
                  <a:gd name="connsiteX8" fmla="*/ 384464 w 640772"/>
                  <a:gd name="connsiteY8" fmla="*/ 512618 h 512618"/>
                  <a:gd name="connsiteX9" fmla="*/ 609600 w 640772"/>
                  <a:gd name="connsiteY9" fmla="*/ 380134 h 512618"/>
                  <a:gd name="connsiteX10" fmla="*/ 640773 w 640772"/>
                  <a:gd name="connsiteY10" fmla="*/ 256309 h 512618"/>
                  <a:gd name="connsiteX11" fmla="*/ 609600 w 640772"/>
                  <a:gd name="connsiteY11" fmla="*/ 132484 h 512618"/>
                  <a:gd name="connsiteX12" fmla="*/ 384464 w 640772"/>
                  <a:gd name="connsiteY12" fmla="*/ 0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0772" h="512618">
                    <a:moveTo>
                      <a:pt x="384464" y="0"/>
                    </a:moveTo>
                    <a:lnTo>
                      <a:pt x="0" y="0"/>
                    </a:lnTo>
                    <a:lnTo>
                      <a:pt x="0" y="129020"/>
                    </a:lnTo>
                    <a:lnTo>
                      <a:pt x="384464" y="129020"/>
                    </a:lnTo>
                    <a:cubicBezTo>
                      <a:pt x="452004" y="129020"/>
                      <a:pt x="511752" y="188768"/>
                      <a:pt x="511752" y="256309"/>
                    </a:cubicBezTo>
                    <a:cubicBezTo>
                      <a:pt x="511752" y="323850"/>
                      <a:pt x="452004" y="383598"/>
                      <a:pt x="384464" y="383598"/>
                    </a:cubicBezTo>
                    <a:lnTo>
                      <a:pt x="0" y="383598"/>
                    </a:lnTo>
                    <a:lnTo>
                      <a:pt x="0" y="512618"/>
                    </a:lnTo>
                    <a:lnTo>
                      <a:pt x="384464" y="512618"/>
                    </a:lnTo>
                    <a:cubicBezTo>
                      <a:pt x="481446" y="512618"/>
                      <a:pt x="565439" y="458932"/>
                      <a:pt x="609600" y="380134"/>
                    </a:cubicBezTo>
                    <a:cubicBezTo>
                      <a:pt x="629516" y="343766"/>
                      <a:pt x="640773" y="301337"/>
                      <a:pt x="640773" y="256309"/>
                    </a:cubicBezTo>
                    <a:cubicBezTo>
                      <a:pt x="640773" y="211282"/>
                      <a:pt x="629516" y="169718"/>
                      <a:pt x="609600" y="132484"/>
                    </a:cubicBezTo>
                    <a:cubicBezTo>
                      <a:pt x="566305" y="52821"/>
                      <a:pt x="482311" y="0"/>
                      <a:pt x="384464" y="0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6375847E-E13A-CCDC-24A1-BFF9174C4F30}"/>
                  </a:ext>
                </a:extLst>
              </p:cNvPr>
              <p:cNvSpPr/>
              <p:nvPr/>
            </p:nvSpPr>
            <p:spPr>
              <a:xfrm>
                <a:off x="6726381" y="3171824"/>
                <a:ext cx="202622" cy="512618"/>
              </a:xfrm>
              <a:custGeom>
                <a:avLst/>
                <a:gdLst>
                  <a:gd name="connsiteX0" fmla="*/ 25977 w 202622"/>
                  <a:gd name="connsiteY0" fmla="*/ 129021 h 512618"/>
                  <a:gd name="connsiteX1" fmla="*/ 36368 w 202622"/>
                  <a:gd name="connsiteY1" fmla="*/ 129021 h 512618"/>
                  <a:gd name="connsiteX2" fmla="*/ 74468 w 202622"/>
                  <a:gd name="connsiteY2" fmla="*/ 176646 h 512618"/>
                  <a:gd name="connsiteX3" fmla="*/ 74468 w 202622"/>
                  <a:gd name="connsiteY3" fmla="*/ 512618 h 512618"/>
                  <a:gd name="connsiteX4" fmla="*/ 202623 w 202622"/>
                  <a:gd name="connsiteY4" fmla="*/ 512618 h 512618"/>
                  <a:gd name="connsiteX5" fmla="*/ 202623 w 202622"/>
                  <a:gd name="connsiteY5" fmla="*/ 0 h 512618"/>
                  <a:gd name="connsiteX6" fmla="*/ 0 w 202622"/>
                  <a:gd name="connsiteY6" fmla="*/ 0 h 512618"/>
                  <a:gd name="connsiteX7" fmla="*/ 0 w 202622"/>
                  <a:gd name="connsiteY7" fmla="*/ 128155 h 512618"/>
                  <a:gd name="connsiteX8" fmla="*/ 26843 w 202622"/>
                  <a:gd name="connsiteY8" fmla="*/ 128155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2622" h="512618">
                    <a:moveTo>
                      <a:pt x="25977" y="129021"/>
                    </a:moveTo>
                    <a:cubicBezTo>
                      <a:pt x="29441" y="129021"/>
                      <a:pt x="32039" y="129021"/>
                      <a:pt x="36368" y="129021"/>
                    </a:cubicBezTo>
                    <a:cubicBezTo>
                      <a:pt x="59748" y="132484"/>
                      <a:pt x="74468" y="151534"/>
                      <a:pt x="74468" y="176646"/>
                    </a:cubicBezTo>
                    <a:lnTo>
                      <a:pt x="74468" y="512618"/>
                    </a:lnTo>
                    <a:lnTo>
                      <a:pt x="202623" y="512618"/>
                    </a:lnTo>
                    <a:lnTo>
                      <a:pt x="202623" y="0"/>
                    </a:lnTo>
                    <a:lnTo>
                      <a:pt x="0" y="0"/>
                    </a:lnTo>
                    <a:lnTo>
                      <a:pt x="0" y="128155"/>
                    </a:lnTo>
                    <a:lnTo>
                      <a:pt x="26843" y="128155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C88CEF2C-3CC1-2E7F-DF95-9E63557D8066}"/>
                  </a:ext>
                </a:extLst>
              </p:cNvPr>
              <p:cNvSpPr/>
              <p:nvPr/>
            </p:nvSpPr>
            <p:spPr>
              <a:xfrm>
                <a:off x="7058025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79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79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112F2B03-8480-D609-B224-E4D743EA85A4}"/>
                  </a:ext>
                </a:extLst>
              </p:cNvPr>
              <p:cNvSpPr/>
              <p:nvPr/>
            </p:nvSpPr>
            <p:spPr>
              <a:xfrm>
                <a:off x="7056293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B1440623-6D14-1615-2242-429016447FA1}"/>
                  </a:ext>
                </a:extLst>
              </p:cNvPr>
              <p:cNvSpPr/>
              <p:nvPr/>
            </p:nvSpPr>
            <p:spPr>
              <a:xfrm>
                <a:off x="3726006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80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80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EC96DCED-A37A-1276-26F5-FF8B921F0AF3}"/>
                  </a:ext>
                </a:extLst>
              </p:cNvPr>
              <p:cNvSpPr/>
              <p:nvPr/>
            </p:nvSpPr>
            <p:spPr>
              <a:xfrm>
                <a:off x="3726006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2F0C4913-8674-D2B2-B4D7-7161F1C94F2D}"/>
                  </a:ext>
                </a:extLst>
              </p:cNvPr>
              <p:cNvSpPr/>
              <p:nvPr/>
            </p:nvSpPr>
            <p:spPr>
              <a:xfrm>
                <a:off x="7827818" y="3172690"/>
                <a:ext cx="639040" cy="514349"/>
              </a:xfrm>
              <a:custGeom>
                <a:avLst/>
                <a:gdLst>
                  <a:gd name="connsiteX0" fmla="*/ 639041 w 639040"/>
                  <a:gd name="connsiteY0" fmla="*/ 129020 h 514349"/>
                  <a:gd name="connsiteX1" fmla="*/ 639041 w 639040"/>
                  <a:gd name="connsiteY1" fmla="*/ 0 h 514349"/>
                  <a:gd name="connsiteX2" fmla="*/ 526473 w 639040"/>
                  <a:gd name="connsiteY2" fmla="*/ 0 h 514349"/>
                  <a:gd name="connsiteX3" fmla="*/ 502227 w 639040"/>
                  <a:gd name="connsiteY3" fmla="*/ 9525 h 514349"/>
                  <a:gd name="connsiteX4" fmla="*/ 302203 w 639040"/>
                  <a:gd name="connsiteY4" fmla="*/ 191366 h 514349"/>
                  <a:gd name="connsiteX5" fmla="*/ 281420 w 639040"/>
                  <a:gd name="connsiteY5" fmla="*/ 200025 h 514349"/>
                  <a:gd name="connsiteX6" fmla="*/ 142009 w 639040"/>
                  <a:gd name="connsiteY6" fmla="*/ 200025 h 514349"/>
                  <a:gd name="connsiteX7" fmla="*/ 126423 w 639040"/>
                  <a:gd name="connsiteY7" fmla="*/ 184439 h 514349"/>
                  <a:gd name="connsiteX8" fmla="*/ 126423 w 639040"/>
                  <a:gd name="connsiteY8" fmla="*/ 866 h 514349"/>
                  <a:gd name="connsiteX9" fmla="*/ 0 w 639040"/>
                  <a:gd name="connsiteY9" fmla="*/ 866 h 514349"/>
                  <a:gd name="connsiteX10" fmla="*/ 0 w 639040"/>
                  <a:gd name="connsiteY10" fmla="*/ 513484 h 514349"/>
                  <a:gd name="connsiteX11" fmla="*/ 126423 w 639040"/>
                  <a:gd name="connsiteY11" fmla="*/ 513484 h 514349"/>
                  <a:gd name="connsiteX12" fmla="*/ 126423 w 639040"/>
                  <a:gd name="connsiteY12" fmla="*/ 329911 h 514349"/>
                  <a:gd name="connsiteX13" fmla="*/ 142009 w 639040"/>
                  <a:gd name="connsiteY13" fmla="*/ 314325 h 514349"/>
                  <a:gd name="connsiteX14" fmla="*/ 281420 w 639040"/>
                  <a:gd name="connsiteY14" fmla="*/ 314325 h 514349"/>
                  <a:gd name="connsiteX15" fmla="*/ 302203 w 639040"/>
                  <a:gd name="connsiteY15" fmla="*/ 322984 h 514349"/>
                  <a:gd name="connsiteX16" fmla="*/ 502227 w 639040"/>
                  <a:gd name="connsiteY16" fmla="*/ 504825 h 514349"/>
                  <a:gd name="connsiteX17" fmla="*/ 526473 w 639040"/>
                  <a:gd name="connsiteY17" fmla="*/ 514350 h 514349"/>
                  <a:gd name="connsiteX18" fmla="*/ 639041 w 639040"/>
                  <a:gd name="connsiteY18" fmla="*/ 514350 h 514349"/>
                  <a:gd name="connsiteX19" fmla="*/ 639041 w 639040"/>
                  <a:gd name="connsiteY19" fmla="*/ 386196 h 514349"/>
                  <a:gd name="connsiteX20" fmla="*/ 577562 w 639040"/>
                  <a:gd name="connsiteY20" fmla="*/ 386196 h 514349"/>
                  <a:gd name="connsiteX21" fmla="*/ 524741 w 639040"/>
                  <a:gd name="connsiteY21" fmla="*/ 367145 h 514349"/>
                  <a:gd name="connsiteX22" fmla="*/ 429491 w 639040"/>
                  <a:gd name="connsiteY22" fmla="*/ 283152 h 514349"/>
                  <a:gd name="connsiteX23" fmla="*/ 429491 w 639040"/>
                  <a:gd name="connsiteY23" fmla="*/ 233795 h 514349"/>
                  <a:gd name="connsiteX24" fmla="*/ 524741 w 639040"/>
                  <a:gd name="connsiteY24" fmla="*/ 149802 h 514349"/>
                  <a:gd name="connsiteX25" fmla="*/ 577562 w 639040"/>
                  <a:gd name="connsiteY25" fmla="*/ 130752 h 514349"/>
                  <a:gd name="connsiteX26" fmla="*/ 639041 w 639040"/>
                  <a:gd name="connsiteY26" fmla="*/ 130752 h 514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39040" h="514349">
                    <a:moveTo>
                      <a:pt x="639041" y="129020"/>
                    </a:moveTo>
                    <a:lnTo>
                      <a:pt x="639041" y="0"/>
                    </a:lnTo>
                    <a:lnTo>
                      <a:pt x="526473" y="0"/>
                    </a:lnTo>
                    <a:cubicBezTo>
                      <a:pt x="517814" y="0"/>
                      <a:pt x="509154" y="3464"/>
                      <a:pt x="502227" y="9525"/>
                    </a:cubicBezTo>
                    <a:lnTo>
                      <a:pt x="302203" y="191366"/>
                    </a:lnTo>
                    <a:cubicBezTo>
                      <a:pt x="296141" y="196561"/>
                      <a:pt x="289214" y="200025"/>
                      <a:pt x="281420" y="200025"/>
                    </a:cubicBezTo>
                    <a:lnTo>
                      <a:pt x="142009" y="200025"/>
                    </a:lnTo>
                    <a:cubicBezTo>
                      <a:pt x="133350" y="200025"/>
                      <a:pt x="126423" y="193098"/>
                      <a:pt x="126423" y="184439"/>
                    </a:cubicBezTo>
                    <a:lnTo>
                      <a:pt x="126423" y="866"/>
                    </a:lnTo>
                    <a:lnTo>
                      <a:pt x="0" y="866"/>
                    </a:lnTo>
                    <a:lnTo>
                      <a:pt x="0" y="513484"/>
                    </a:lnTo>
                    <a:lnTo>
                      <a:pt x="126423" y="513484"/>
                    </a:lnTo>
                    <a:lnTo>
                      <a:pt x="126423" y="329911"/>
                    </a:lnTo>
                    <a:cubicBezTo>
                      <a:pt x="126423" y="321252"/>
                      <a:pt x="133350" y="314325"/>
                      <a:pt x="142009" y="314325"/>
                    </a:cubicBezTo>
                    <a:lnTo>
                      <a:pt x="281420" y="314325"/>
                    </a:lnTo>
                    <a:cubicBezTo>
                      <a:pt x="289214" y="314325"/>
                      <a:pt x="296141" y="316923"/>
                      <a:pt x="302203" y="322984"/>
                    </a:cubicBezTo>
                    <a:lnTo>
                      <a:pt x="502227" y="504825"/>
                    </a:lnTo>
                    <a:cubicBezTo>
                      <a:pt x="509154" y="510886"/>
                      <a:pt x="517814" y="514350"/>
                      <a:pt x="526473" y="514350"/>
                    </a:cubicBezTo>
                    <a:lnTo>
                      <a:pt x="639041" y="514350"/>
                    </a:lnTo>
                    <a:lnTo>
                      <a:pt x="639041" y="386196"/>
                    </a:lnTo>
                    <a:lnTo>
                      <a:pt x="577562" y="386196"/>
                    </a:lnTo>
                    <a:cubicBezTo>
                      <a:pt x="558511" y="386196"/>
                      <a:pt x="539461" y="379268"/>
                      <a:pt x="524741" y="367145"/>
                    </a:cubicBezTo>
                    <a:lnTo>
                      <a:pt x="429491" y="283152"/>
                    </a:lnTo>
                    <a:cubicBezTo>
                      <a:pt x="414771" y="270164"/>
                      <a:pt x="414771" y="247650"/>
                      <a:pt x="429491" y="233795"/>
                    </a:cubicBezTo>
                    <a:lnTo>
                      <a:pt x="524741" y="149802"/>
                    </a:lnTo>
                    <a:cubicBezTo>
                      <a:pt x="539461" y="137680"/>
                      <a:pt x="557646" y="131618"/>
                      <a:pt x="577562" y="130752"/>
                    </a:cubicBezTo>
                    <a:lnTo>
                      <a:pt x="639041" y="130752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31312A80-0BC7-73AF-E143-3E944484C391}"/>
                  </a:ext>
                </a:extLst>
              </p:cNvPr>
              <p:cNvSpPr/>
              <p:nvPr/>
            </p:nvSpPr>
            <p:spPr>
              <a:xfrm>
                <a:off x="4441247" y="3172690"/>
                <a:ext cx="692727" cy="513484"/>
              </a:xfrm>
              <a:custGeom>
                <a:avLst/>
                <a:gdLst>
                  <a:gd name="connsiteX0" fmla="*/ 497898 w 692727"/>
                  <a:gd name="connsiteY0" fmla="*/ 0 h 513484"/>
                  <a:gd name="connsiteX1" fmla="*/ 351559 w 692727"/>
                  <a:gd name="connsiteY1" fmla="*/ 72736 h 513484"/>
                  <a:gd name="connsiteX2" fmla="*/ 0 w 692727"/>
                  <a:gd name="connsiteY2" fmla="*/ 512618 h 513484"/>
                  <a:gd name="connsiteX3" fmla="*/ 178377 w 692727"/>
                  <a:gd name="connsiteY3" fmla="*/ 512618 h 513484"/>
                  <a:gd name="connsiteX4" fmla="*/ 468457 w 692727"/>
                  <a:gd name="connsiteY4" fmla="*/ 155864 h 513484"/>
                  <a:gd name="connsiteX5" fmla="*/ 516082 w 692727"/>
                  <a:gd name="connsiteY5" fmla="*/ 129886 h 513484"/>
                  <a:gd name="connsiteX6" fmla="*/ 564573 w 692727"/>
                  <a:gd name="connsiteY6" fmla="*/ 184439 h 513484"/>
                  <a:gd name="connsiteX7" fmla="*/ 564573 w 692727"/>
                  <a:gd name="connsiteY7" fmla="*/ 339436 h 513484"/>
                  <a:gd name="connsiteX8" fmla="*/ 528205 w 692727"/>
                  <a:gd name="connsiteY8" fmla="*/ 385330 h 513484"/>
                  <a:gd name="connsiteX9" fmla="*/ 492702 w 692727"/>
                  <a:gd name="connsiteY9" fmla="*/ 385330 h 513484"/>
                  <a:gd name="connsiteX10" fmla="*/ 492702 w 692727"/>
                  <a:gd name="connsiteY10" fmla="*/ 513484 h 513484"/>
                  <a:gd name="connsiteX11" fmla="*/ 692727 w 692727"/>
                  <a:gd name="connsiteY11" fmla="*/ 513484 h 513484"/>
                  <a:gd name="connsiteX12" fmla="*/ 692727 w 692727"/>
                  <a:gd name="connsiteY12" fmla="*/ 192232 h 513484"/>
                  <a:gd name="connsiteX13" fmla="*/ 497898 w 692727"/>
                  <a:gd name="connsiteY13" fmla="*/ 866 h 513484"/>
                  <a:gd name="connsiteX14" fmla="*/ 497898 w 692727"/>
                  <a:gd name="connsiteY14" fmla="*/ 866 h 513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2727" h="513484">
                    <a:moveTo>
                      <a:pt x="497898" y="0"/>
                    </a:moveTo>
                    <a:cubicBezTo>
                      <a:pt x="440748" y="866"/>
                      <a:pt x="387061" y="27709"/>
                      <a:pt x="351559" y="72736"/>
                    </a:cubicBezTo>
                    <a:lnTo>
                      <a:pt x="0" y="512618"/>
                    </a:lnTo>
                    <a:lnTo>
                      <a:pt x="178377" y="512618"/>
                    </a:lnTo>
                    <a:lnTo>
                      <a:pt x="468457" y="155864"/>
                    </a:lnTo>
                    <a:cubicBezTo>
                      <a:pt x="483177" y="138545"/>
                      <a:pt x="493568" y="129886"/>
                      <a:pt x="516082" y="129886"/>
                    </a:cubicBezTo>
                    <a:cubicBezTo>
                      <a:pt x="538596" y="129886"/>
                      <a:pt x="564573" y="154998"/>
                      <a:pt x="564573" y="184439"/>
                    </a:cubicBezTo>
                    <a:lnTo>
                      <a:pt x="564573" y="339436"/>
                    </a:lnTo>
                    <a:cubicBezTo>
                      <a:pt x="564573" y="364548"/>
                      <a:pt x="551584" y="385330"/>
                      <a:pt x="528205" y="385330"/>
                    </a:cubicBezTo>
                    <a:lnTo>
                      <a:pt x="492702" y="385330"/>
                    </a:lnTo>
                    <a:lnTo>
                      <a:pt x="492702" y="513484"/>
                    </a:lnTo>
                    <a:lnTo>
                      <a:pt x="692727" y="513484"/>
                    </a:lnTo>
                    <a:lnTo>
                      <a:pt x="692727" y="192232"/>
                    </a:lnTo>
                    <a:cubicBezTo>
                      <a:pt x="692727" y="166255"/>
                      <a:pt x="692727" y="866"/>
                      <a:pt x="497898" y="866"/>
                    </a:cubicBezTo>
                    <a:lnTo>
                      <a:pt x="497898" y="866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0D9A886-CF59-A2E1-05A5-E0E9877EA409}"/>
                </a:ext>
              </a:extLst>
            </p:cNvPr>
            <p:cNvGrpSpPr/>
            <p:nvPr/>
          </p:nvGrpSpPr>
          <p:grpSpPr>
            <a:xfrm>
              <a:off x="11237775" y="5428812"/>
              <a:ext cx="644881" cy="280035"/>
              <a:chOff x="11237775" y="5428812"/>
              <a:chExt cx="644881" cy="280035"/>
            </a:xfrm>
            <a:grpFill/>
          </p:grpSpPr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A08351AA-A979-FE59-50CE-E22648F2BF92}"/>
                  </a:ext>
                </a:extLst>
              </p:cNvPr>
              <p:cNvSpPr/>
              <p:nvPr/>
            </p:nvSpPr>
            <p:spPr>
              <a:xfrm>
                <a:off x="11237775" y="5428812"/>
                <a:ext cx="245631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245631" h="280035">
                    <a:moveTo>
                      <a:pt x="0" y="0"/>
                    </a:moveTo>
                    <a:lnTo>
                      <a:pt x="245631" y="0"/>
                    </a:lnTo>
                    <a:lnTo>
                      <a:pt x="245631" y="50407"/>
                    </a:lnTo>
                    <a:lnTo>
                      <a:pt x="151219" y="50407"/>
                    </a:lnTo>
                    <a:lnTo>
                      <a:pt x="151219" y="280035"/>
                    </a:lnTo>
                    <a:lnTo>
                      <a:pt x="93612" y="280035"/>
                    </a:lnTo>
                    <a:lnTo>
                      <a:pt x="93612" y="50407"/>
                    </a:lnTo>
                    <a:lnTo>
                      <a:pt x="0" y="5040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FF2904ED-4E3A-9654-D9F8-4E456364CFE5}"/>
                  </a:ext>
                </a:extLst>
              </p:cNvPr>
              <p:cNvSpPr/>
              <p:nvPr/>
            </p:nvSpPr>
            <p:spPr>
              <a:xfrm>
                <a:off x="11521011" y="5428812"/>
                <a:ext cx="361645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361645" h="280035">
                    <a:moveTo>
                      <a:pt x="0" y="0"/>
                    </a:moveTo>
                    <a:lnTo>
                      <a:pt x="100012" y="0"/>
                    </a:lnTo>
                    <a:lnTo>
                      <a:pt x="181622" y="210427"/>
                    </a:lnTo>
                    <a:lnTo>
                      <a:pt x="185623" y="210427"/>
                    </a:lnTo>
                    <a:lnTo>
                      <a:pt x="268033" y="0"/>
                    </a:lnTo>
                    <a:lnTo>
                      <a:pt x="361645" y="0"/>
                    </a:lnTo>
                    <a:lnTo>
                      <a:pt x="361645" y="280035"/>
                    </a:lnTo>
                    <a:lnTo>
                      <a:pt x="305638" y="280035"/>
                    </a:lnTo>
                    <a:lnTo>
                      <a:pt x="305638" y="48006"/>
                    </a:lnTo>
                    <a:lnTo>
                      <a:pt x="301637" y="48006"/>
                    </a:lnTo>
                    <a:lnTo>
                      <a:pt x="211226" y="280035"/>
                    </a:lnTo>
                    <a:lnTo>
                      <a:pt x="150418" y="280035"/>
                    </a:lnTo>
                    <a:lnTo>
                      <a:pt x="60007" y="48006"/>
                    </a:lnTo>
                    <a:lnTo>
                      <a:pt x="56807" y="48006"/>
                    </a:lnTo>
                    <a:lnTo>
                      <a:pt x="56807" y="280035"/>
                    </a:lnTo>
                    <a:lnTo>
                      <a:pt x="0" y="28003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D08BD0C9-7438-A09B-54B4-64095178E468}"/>
              </a:ext>
            </a:extLst>
          </p:cNvPr>
          <p:cNvSpPr/>
          <p:nvPr/>
        </p:nvSpPr>
        <p:spPr>
          <a:xfrm>
            <a:off x="11563470" y="293688"/>
            <a:ext cx="336430" cy="3364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73262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and Subtitle Re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33C628C-D29E-A044-B2EB-3DC2477C6A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1" y="5014684"/>
            <a:ext cx="5791200" cy="155448"/>
          </a:xfrm>
          <a:prstGeom prst="rect">
            <a:avLst/>
          </a:prstGeom>
        </p:spPr>
        <p:txBody>
          <a:bodyPr wrap="square" lIns="45720" tIns="0" rIns="0" bIns="0" anchor="ctr">
            <a:spAutoFit/>
          </a:bodyPr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000" b="0" i="0" spc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  <a:lvl2pPr marL="457173" indent="0">
              <a:buNone/>
              <a:defRPr sz="2400">
                <a:solidFill>
                  <a:schemeClr val="bg1"/>
                </a:solidFill>
              </a:defRPr>
            </a:lvl2pPr>
            <a:lvl3pPr marL="914346" indent="0">
              <a:buNone/>
              <a:defRPr sz="2400">
                <a:solidFill>
                  <a:schemeClr val="bg1"/>
                </a:solidFill>
              </a:defRPr>
            </a:lvl3pPr>
            <a:lvl4pPr marL="1371519" indent="0">
              <a:buNone/>
              <a:defRPr sz="2400">
                <a:solidFill>
                  <a:schemeClr val="bg1"/>
                </a:solidFill>
              </a:defRPr>
            </a:lvl4pPr>
            <a:lvl5pPr marL="1828693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PRESENTER’S NAME, TITLE</a:t>
            </a:r>
          </a:p>
        </p:txBody>
      </p:sp>
      <p:sp>
        <p:nvSpPr>
          <p:cNvPr id="40" name="Title 2">
            <a:extLst>
              <a:ext uri="{FF2B5EF4-FFF2-40B4-BE49-F238E27FC236}">
                <a16:creationId xmlns:a16="http://schemas.microsoft.com/office/drawing/2014/main" id="{34F3AA0F-AE20-56C9-A000-E9EE240A3F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208998"/>
            <a:ext cx="10871200" cy="4023804"/>
          </a:xfrm>
          <a:prstGeom prst="rect">
            <a:avLst/>
          </a:prstGeom>
        </p:spPr>
        <p:txBody>
          <a:bodyPr wrap="square" lIns="0" tIns="0" anchor="t">
            <a:noAutofit/>
          </a:bodyPr>
          <a:lstStyle>
            <a:lvl1pPr marL="0" indent="0">
              <a:lnSpc>
                <a:spcPct val="88000"/>
              </a:lnSpc>
              <a:defRPr sz="8000" b="0" spc="-22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D58DA466-A993-04AF-B67A-65B6194E07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94050" y="5014684"/>
            <a:ext cx="2901950" cy="155448"/>
          </a:xfrm>
        </p:spPr>
        <p:txBody>
          <a:bodyPr lIns="0" anchor="ctr"/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PP Fraktion Mono" pitchFamily="49" charset="77"/>
              </a:defRPr>
            </a:lvl1pPr>
          </a:lstStyle>
          <a:p>
            <a:pPr lvl="0"/>
            <a:r>
              <a:rPr lang="en-US" dirty="0"/>
              <a:t>CLICK TO ADD DATE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CDDF994-F924-91C6-3F1E-E4E0875CC5B8}"/>
              </a:ext>
            </a:extLst>
          </p:cNvPr>
          <p:cNvGrpSpPr/>
          <p:nvPr/>
        </p:nvGrpSpPr>
        <p:grpSpPr>
          <a:xfrm>
            <a:off x="297005" y="5411270"/>
            <a:ext cx="11602895" cy="1158371"/>
            <a:chOff x="297005" y="5421618"/>
            <a:chExt cx="11585651" cy="1156649"/>
          </a:xfrm>
          <a:solidFill>
            <a:schemeClr val="bg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71B6FE7-EBB1-DA7B-4A82-3C2956220F14}"/>
                </a:ext>
              </a:extLst>
            </p:cNvPr>
            <p:cNvGrpSpPr/>
            <p:nvPr/>
          </p:nvGrpSpPr>
          <p:grpSpPr>
            <a:xfrm>
              <a:off x="297005" y="5421618"/>
              <a:ext cx="10643138" cy="1156649"/>
              <a:chOff x="3726006" y="3171824"/>
              <a:chExt cx="4740852" cy="515215"/>
            </a:xfrm>
            <a:grpFill/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41CE9A53-042C-0D1D-67F0-DD8E216DD81D}"/>
                  </a:ext>
                </a:extLst>
              </p:cNvPr>
              <p:cNvSpPr/>
              <p:nvPr/>
            </p:nvSpPr>
            <p:spPr>
              <a:xfrm>
                <a:off x="5262995" y="3173556"/>
                <a:ext cx="639906" cy="512618"/>
              </a:xfrm>
              <a:custGeom>
                <a:avLst/>
                <a:gdLst>
                  <a:gd name="connsiteX0" fmla="*/ 512618 w 639906"/>
                  <a:gd name="connsiteY0" fmla="*/ 348961 h 512618"/>
                  <a:gd name="connsiteX1" fmla="*/ 482311 w 639906"/>
                  <a:gd name="connsiteY1" fmla="*/ 383598 h 512618"/>
                  <a:gd name="connsiteX2" fmla="*/ 446809 w 639906"/>
                  <a:gd name="connsiteY2" fmla="*/ 361950 h 512618"/>
                  <a:gd name="connsiteX3" fmla="*/ 329911 w 639906"/>
                  <a:gd name="connsiteY3" fmla="*/ 40698 h 512618"/>
                  <a:gd name="connsiteX4" fmla="*/ 274493 w 639906"/>
                  <a:gd name="connsiteY4" fmla="*/ 0 h 512618"/>
                  <a:gd name="connsiteX5" fmla="*/ 0 w 639906"/>
                  <a:gd name="connsiteY5" fmla="*/ 0 h 512618"/>
                  <a:gd name="connsiteX6" fmla="*/ 0 w 639906"/>
                  <a:gd name="connsiteY6" fmla="*/ 512618 h 512618"/>
                  <a:gd name="connsiteX7" fmla="*/ 200891 w 639906"/>
                  <a:gd name="connsiteY7" fmla="*/ 512618 h 512618"/>
                  <a:gd name="connsiteX8" fmla="*/ 200891 w 639906"/>
                  <a:gd name="connsiteY8" fmla="*/ 384464 h 512618"/>
                  <a:gd name="connsiteX9" fmla="*/ 165389 w 639906"/>
                  <a:gd name="connsiteY9" fmla="*/ 384464 h 512618"/>
                  <a:gd name="connsiteX10" fmla="*/ 128155 w 639906"/>
                  <a:gd name="connsiteY10" fmla="*/ 338571 h 512618"/>
                  <a:gd name="connsiteX11" fmla="*/ 128155 w 639906"/>
                  <a:gd name="connsiteY11" fmla="*/ 184439 h 512618"/>
                  <a:gd name="connsiteX12" fmla="*/ 200025 w 639906"/>
                  <a:gd name="connsiteY12" fmla="*/ 133350 h 512618"/>
                  <a:gd name="connsiteX13" fmla="*/ 228600 w 639906"/>
                  <a:gd name="connsiteY13" fmla="*/ 164523 h 512618"/>
                  <a:gd name="connsiteX14" fmla="*/ 322118 w 639906"/>
                  <a:gd name="connsiteY14" fmla="*/ 407843 h 512618"/>
                  <a:gd name="connsiteX15" fmla="*/ 475384 w 639906"/>
                  <a:gd name="connsiteY15" fmla="*/ 512618 h 512618"/>
                  <a:gd name="connsiteX16" fmla="*/ 478848 w 639906"/>
                  <a:gd name="connsiteY16" fmla="*/ 512618 h 512618"/>
                  <a:gd name="connsiteX17" fmla="*/ 639907 w 639906"/>
                  <a:gd name="connsiteY17" fmla="*/ 353291 h 512618"/>
                  <a:gd name="connsiteX18" fmla="*/ 639907 w 639906"/>
                  <a:gd name="connsiteY18" fmla="*/ 0 h 512618"/>
                  <a:gd name="connsiteX19" fmla="*/ 511752 w 639906"/>
                  <a:gd name="connsiteY19" fmla="*/ 0 h 512618"/>
                  <a:gd name="connsiteX20" fmla="*/ 511752 w 639906"/>
                  <a:gd name="connsiteY20" fmla="*/ 34982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39906" h="512618">
                    <a:moveTo>
                      <a:pt x="512618" y="348961"/>
                    </a:moveTo>
                    <a:cubicBezTo>
                      <a:pt x="512618" y="366279"/>
                      <a:pt x="499630" y="381000"/>
                      <a:pt x="482311" y="383598"/>
                    </a:cubicBezTo>
                    <a:cubicBezTo>
                      <a:pt x="466725" y="385330"/>
                      <a:pt x="452005" y="375805"/>
                      <a:pt x="446809" y="361950"/>
                    </a:cubicBezTo>
                    <a:lnTo>
                      <a:pt x="329911" y="40698"/>
                    </a:lnTo>
                    <a:cubicBezTo>
                      <a:pt x="321252" y="14721"/>
                      <a:pt x="299605" y="0"/>
                      <a:pt x="274493" y="0"/>
                    </a:cubicBezTo>
                    <a:lnTo>
                      <a:pt x="0" y="0"/>
                    </a:lnTo>
                    <a:lnTo>
                      <a:pt x="0" y="512618"/>
                    </a:lnTo>
                    <a:lnTo>
                      <a:pt x="200891" y="512618"/>
                    </a:lnTo>
                    <a:lnTo>
                      <a:pt x="200891" y="384464"/>
                    </a:lnTo>
                    <a:lnTo>
                      <a:pt x="165389" y="384464"/>
                    </a:lnTo>
                    <a:cubicBezTo>
                      <a:pt x="142009" y="384464"/>
                      <a:pt x="128155" y="363682"/>
                      <a:pt x="128155" y="338571"/>
                    </a:cubicBezTo>
                    <a:lnTo>
                      <a:pt x="128155" y="184439"/>
                    </a:lnTo>
                    <a:cubicBezTo>
                      <a:pt x="128155" y="146339"/>
                      <a:pt x="165389" y="118630"/>
                      <a:pt x="200025" y="133350"/>
                    </a:cubicBezTo>
                    <a:cubicBezTo>
                      <a:pt x="213014" y="139411"/>
                      <a:pt x="223405" y="150668"/>
                      <a:pt x="228600" y="164523"/>
                    </a:cubicBezTo>
                    <a:lnTo>
                      <a:pt x="322118" y="407843"/>
                    </a:lnTo>
                    <a:cubicBezTo>
                      <a:pt x="346364" y="471920"/>
                      <a:pt x="406977" y="512618"/>
                      <a:pt x="475384" y="512618"/>
                    </a:cubicBezTo>
                    <a:lnTo>
                      <a:pt x="478848" y="512618"/>
                    </a:lnTo>
                    <a:cubicBezTo>
                      <a:pt x="567170" y="512618"/>
                      <a:pt x="639907" y="442480"/>
                      <a:pt x="639907" y="353291"/>
                    </a:cubicBezTo>
                    <a:lnTo>
                      <a:pt x="639907" y="0"/>
                    </a:lnTo>
                    <a:lnTo>
                      <a:pt x="511752" y="0"/>
                    </a:lnTo>
                    <a:lnTo>
                      <a:pt x="511752" y="349827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DF8A31ED-BC93-1D0D-4E03-72AF5B573E1D}"/>
                  </a:ext>
                </a:extLst>
              </p:cNvPr>
              <p:cNvSpPr/>
              <p:nvPr/>
            </p:nvSpPr>
            <p:spPr>
              <a:xfrm>
                <a:off x="6031922" y="3172690"/>
                <a:ext cx="640772" cy="512618"/>
              </a:xfrm>
              <a:custGeom>
                <a:avLst/>
                <a:gdLst>
                  <a:gd name="connsiteX0" fmla="*/ 384464 w 640772"/>
                  <a:gd name="connsiteY0" fmla="*/ 0 h 512618"/>
                  <a:gd name="connsiteX1" fmla="*/ 0 w 640772"/>
                  <a:gd name="connsiteY1" fmla="*/ 0 h 512618"/>
                  <a:gd name="connsiteX2" fmla="*/ 0 w 640772"/>
                  <a:gd name="connsiteY2" fmla="*/ 129020 h 512618"/>
                  <a:gd name="connsiteX3" fmla="*/ 384464 w 640772"/>
                  <a:gd name="connsiteY3" fmla="*/ 129020 h 512618"/>
                  <a:gd name="connsiteX4" fmla="*/ 511752 w 640772"/>
                  <a:gd name="connsiteY4" fmla="*/ 256309 h 512618"/>
                  <a:gd name="connsiteX5" fmla="*/ 384464 w 640772"/>
                  <a:gd name="connsiteY5" fmla="*/ 383598 h 512618"/>
                  <a:gd name="connsiteX6" fmla="*/ 0 w 640772"/>
                  <a:gd name="connsiteY6" fmla="*/ 383598 h 512618"/>
                  <a:gd name="connsiteX7" fmla="*/ 0 w 640772"/>
                  <a:gd name="connsiteY7" fmla="*/ 512618 h 512618"/>
                  <a:gd name="connsiteX8" fmla="*/ 384464 w 640772"/>
                  <a:gd name="connsiteY8" fmla="*/ 512618 h 512618"/>
                  <a:gd name="connsiteX9" fmla="*/ 609600 w 640772"/>
                  <a:gd name="connsiteY9" fmla="*/ 380134 h 512618"/>
                  <a:gd name="connsiteX10" fmla="*/ 640773 w 640772"/>
                  <a:gd name="connsiteY10" fmla="*/ 256309 h 512618"/>
                  <a:gd name="connsiteX11" fmla="*/ 609600 w 640772"/>
                  <a:gd name="connsiteY11" fmla="*/ 132484 h 512618"/>
                  <a:gd name="connsiteX12" fmla="*/ 384464 w 640772"/>
                  <a:gd name="connsiteY12" fmla="*/ 0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0772" h="512618">
                    <a:moveTo>
                      <a:pt x="384464" y="0"/>
                    </a:moveTo>
                    <a:lnTo>
                      <a:pt x="0" y="0"/>
                    </a:lnTo>
                    <a:lnTo>
                      <a:pt x="0" y="129020"/>
                    </a:lnTo>
                    <a:lnTo>
                      <a:pt x="384464" y="129020"/>
                    </a:lnTo>
                    <a:cubicBezTo>
                      <a:pt x="452004" y="129020"/>
                      <a:pt x="511752" y="188768"/>
                      <a:pt x="511752" y="256309"/>
                    </a:cubicBezTo>
                    <a:cubicBezTo>
                      <a:pt x="511752" y="323850"/>
                      <a:pt x="452004" y="383598"/>
                      <a:pt x="384464" y="383598"/>
                    </a:cubicBezTo>
                    <a:lnTo>
                      <a:pt x="0" y="383598"/>
                    </a:lnTo>
                    <a:lnTo>
                      <a:pt x="0" y="512618"/>
                    </a:lnTo>
                    <a:lnTo>
                      <a:pt x="384464" y="512618"/>
                    </a:lnTo>
                    <a:cubicBezTo>
                      <a:pt x="481446" y="512618"/>
                      <a:pt x="565439" y="458932"/>
                      <a:pt x="609600" y="380134"/>
                    </a:cubicBezTo>
                    <a:cubicBezTo>
                      <a:pt x="629516" y="343766"/>
                      <a:pt x="640773" y="301337"/>
                      <a:pt x="640773" y="256309"/>
                    </a:cubicBezTo>
                    <a:cubicBezTo>
                      <a:pt x="640773" y="211282"/>
                      <a:pt x="629516" y="169718"/>
                      <a:pt x="609600" y="132484"/>
                    </a:cubicBezTo>
                    <a:cubicBezTo>
                      <a:pt x="566305" y="52821"/>
                      <a:pt x="482311" y="0"/>
                      <a:pt x="384464" y="0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6375847E-E13A-CCDC-24A1-BFF9174C4F30}"/>
                  </a:ext>
                </a:extLst>
              </p:cNvPr>
              <p:cNvSpPr/>
              <p:nvPr/>
            </p:nvSpPr>
            <p:spPr>
              <a:xfrm>
                <a:off x="6726381" y="3171824"/>
                <a:ext cx="202622" cy="512618"/>
              </a:xfrm>
              <a:custGeom>
                <a:avLst/>
                <a:gdLst>
                  <a:gd name="connsiteX0" fmla="*/ 25977 w 202622"/>
                  <a:gd name="connsiteY0" fmla="*/ 129021 h 512618"/>
                  <a:gd name="connsiteX1" fmla="*/ 36368 w 202622"/>
                  <a:gd name="connsiteY1" fmla="*/ 129021 h 512618"/>
                  <a:gd name="connsiteX2" fmla="*/ 74468 w 202622"/>
                  <a:gd name="connsiteY2" fmla="*/ 176646 h 512618"/>
                  <a:gd name="connsiteX3" fmla="*/ 74468 w 202622"/>
                  <a:gd name="connsiteY3" fmla="*/ 512618 h 512618"/>
                  <a:gd name="connsiteX4" fmla="*/ 202623 w 202622"/>
                  <a:gd name="connsiteY4" fmla="*/ 512618 h 512618"/>
                  <a:gd name="connsiteX5" fmla="*/ 202623 w 202622"/>
                  <a:gd name="connsiteY5" fmla="*/ 0 h 512618"/>
                  <a:gd name="connsiteX6" fmla="*/ 0 w 202622"/>
                  <a:gd name="connsiteY6" fmla="*/ 0 h 512618"/>
                  <a:gd name="connsiteX7" fmla="*/ 0 w 202622"/>
                  <a:gd name="connsiteY7" fmla="*/ 128155 h 512618"/>
                  <a:gd name="connsiteX8" fmla="*/ 26843 w 202622"/>
                  <a:gd name="connsiteY8" fmla="*/ 128155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2622" h="512618">
                    <a:moveTo>
                      <a:pt x="25977" y="129021"/>
                    </a:moveTo>
                    <a:cubicBezTo>
                      <a:pt x="29441" y="129021"/>
                      <a:pt x="32039" y="129021"/>
                      <a:pt x="36368" y="129021"/>
                    </a:cubicBezTo>
                    <a:cubicBezTo>
                      <a:pt x="59748" y="132484"/>
                      <a:pt x="74468" y="151534"/>
                      <a:pt x="74468" y="176646"/>
                    </a:cubicBezTo>
                    <a:lnTo>
                      <a:pt x="74468" y="512618"/>
                    </a:lnTo>
                    <a:lnTo>
                      <a:pt x="202623" y="512618"/>
                    </a:lnTo>
                    <a:lnTo>
                      <a:pt x="202623" y="0"/>
                    </a:lnTo>
                    <a:lnTo>
                      <a:pt x="0" y="0"/>
                    </a:lnTo>
                    <a:lnTo>
                      <a:pt x="0" y="128155"/>
                    </a:lnTo>
                    <a:lnTo>
                      <a:pt x="26843" y="128155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C88CEF2C-3CC1-2E7F-DF95-9E63557D8066}"/>
                  </a:ext>
                </a:extLst>
              </p:cNvPr>
              <p:cNvSpPr/>
              <p:nvPr/>
            </p:nvSpPr>
            <p:spPr>
              <a:xfrm>
                <a:off x="7058025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79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79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112F2B03-8480-D609-B224-E4D743EA85A4}"/>
                  </a:ext>
                </a:extLst>
              </p:cNvPr>
              <p:cNvSpPr/>
              <p:nvPr/>
            </p:nvSpPr>
            <p:spPr>
              <a:xfrm>
                <a:off x="7056293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B1440623-6D14-1615-2242-429016447FA1}"/>
                  </a:ext>
                </a:extLst>
              </p:cNvPr>
              <p:cNvSpPr/>
              <p:nvPr/>
            </p:nvSpPr>
            <p:spPr>
              <a:xfrm>
                <a:off x="3726006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80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80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EC96DCED-A37A-1276-26F5-FF8B921F0AF3}"/>
                  </a:ext>
                </a:extLst>
              </p:cNvPr>
              <p:cNvSpPr/>
              <p:nvPr/>
            </p:nvSpPr>
            <p:spPr>
              <a:xfrm>
                <a:off x="3726006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2F0C4913-8674-D2B2-B4D7-7161F1C94F2D}"/>
                  </a:ext>
                </a:extLst>
              </p:cNvPr>
              <p:cNvSpPr/>
              <p:nvPr/>
            </p:nvSpPr>
            <p:spPr>
              <a:xfrm>
                <a:off x="7827818" y="3172690"/>
                <a:ext cx="639040" cy="514349"/>
              </a:xfrm>
              <a:custGeom>
                <a:avLst/>
                <a:gdLst>
                  <a:gd name="connsiteX0" fmla="*/ 639041 w 639040"/>
                  <a:gd name="connsiteY0" fmla="*/ 129020 h 514349"/>
                  <a:gd name="connsiteX1" fmla="*/ 639041 w 639040"/>
                  <a:gd name="connsiteY1" fmla="*/ 0 h 514349"/>
                  <a:gd name="connsiteX2" fmla="*/ 526473 w 639040"/>
                  <a:gd name="connsiteY2" fmla="*/ 0 h 514349"/>
                  <a:gd name="connsiteX3" fmla="*/ 502227 w 639040"/>
                  <a:gd name="connsiteY3" fmla="*/ 9525 h 514349"/>
                  <a:gd name="connsiteX4" fmla="*/ 302203 w 639040"/>
                  <a:gd name="connsiteY4" fmla="*/ 191366 h 514349"/>
                  <a:gd name="connsiteX5" fmla="*/ 281420 w 639040"/>
                  <a:gd name="connsiteY5" fmla="*/ 200025 h 514349"/>
                  <a:gd name="connsiteX6" fmla="*/ 142009 w 639040"/>
                  <a:gd name="connsiteY6" fmla="*/ 200025 h 514349"/>
                  <a:gd name="connsiteX7" fmla="*/ 126423 w 639040"/>
                  <a:gd name="connsiteY7" fmla="*/ 184439 h 514349"/>
                  <a:gd name="connsiteX8" fmla="*/ 126423 w 639040"/>
                  <a:gd name="connsiteY8" fmla="*/ 866 h 514349"/>
                  <a:gd name="connsiteX9" fmla="*/ 0 w 639040"/>
                  <a:gd name="connsiteY9" fmla="*/ 866 h 514349"/>
                  <a:gd name="connsiteX10" fmla="*/ 0 w 639040"/>
                  <a:gd name="connsiteY10" fmla="*/ 513484 h 514349"/>
                  <a:gd name="connsiteX11" fmla="*/ 126423 w 639040"/>
                  <a:gd name="connsiteY11" fmla="*/ 513484 h 514349"/>
                  <a:gd name="connsiteX12" fmla="*/ 126423 w 639040"/>
                  <a:gd name="connsiteY12" fmla="*/ 329911 h 514349"/>
                  <a:gd name="connsiteX13" fmla="*/ 142009 w 639040"/>
                  <a:gd name="connsiteY13" fmla="*/ 314325 h 514349"/>
                  <a:gd name="connsiteX14" fmla="*/ 281420 w 639040"/>
                  <a:gd name="connsiteY14" fmla="*/ 314325 h 514349"/>
                  <a:gd name="connsiteX15" fmla="*/ 302203 w 639040"/>
                  <a:gd name="connsiteY15" fmla="*/ 322984 h 514349"/>
                  <a:gd name="connsiteX16" fmla="*/ 502227 w 639040"/>
                  <a:gd name="connsiteY16" fmla="*/ 504825 h 514349"/>
                  <a:gd name="connsiteX17" fmla="*/ 526473 w 639040"/>
                  <a:gd name="connsiteY17" fmla="*/ 514350 h 514349"/>
                  <a:gd name="connsiteX18" fmla="*/ 639041 w 639040"/>
                  <a:gd name="connsiteY18" fmla="*/ 514350 h 514349"/>
                  <a:gd name="connsiteX19" fmla="*/ 639041 w 639040"/>
                  <a:gd name="connsiteY19" fmla="*/ 386196 h 514349"/>
                  <a:gd name="connsiteX20" fmla="*/ 577562 w 639040"/>
                  <a:gd name="connsiteY20" fmla="*/ 386196 h 514349"/>
                  <a:gd name="connsiteX21" fmla="*/ 524741 w 639040"/>
                  <a:gd name="connsiteY21" fmla="*/ 367145 h 514349"/>
                  <a:gd name="connsiteX22" fmla="*/ 429491 w 639040"/>
                  <a:gd name="connsiteY22" fmla="*/ 283152 h 514349"/>
                  <a:gd name="connsiteX23" fmla="*/ 429491 w 639040"/>
                  <a:gd name="connsiteY23" fmla="*/ 233795 h 514349"/>
                  <a:gd name="connsiteX24" fmla="*/ 524741 w 639040"/>
                  <a:gd name="connsiteY24" fmla="*/ 149802 h 514349"/>
                  <a:gd name="connsiteX25" fmla="*/ 577562 w 639040"/>
                  <a:gd name="connsiteY25" fmla="*/ 130752 h 514349"/>
                  <a:gd name="connsiteX26" fmla="*/ 639041 w 639040"/>
                  <a:gd name="connsiteY26" fmla="*/ 130752 h 514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39040" h="514349">
                    <a:moveTo>
                      <a:pt x="639041" y="129020"/>
                    </a:moveTo>
                    <a:lnTo>
                      <a:pt x="639041" y="0"/>
                    </a:lnTo>
                    <a:lnTo>
                      <a:pt x="526473" y="0"/>
                    </a:lnTo>
                    <a:cubicBezTo>
                      <a:pt x="517814" y="0"/>
                      <a:pt x="509154" y="3464"/>
                      <a:pt x="502227" y="9525"/>
                    </a:cubicBezTo>
                    <a:lnTo>
                      <a:pt x="302203" y="191366"/>
                    </a:lnTo>
                    <a:cubicBezTo>
                      <a:pt x="296141" y="196561"/>
                      <a:pt x="289214" y="200025"/>
                      <a:pt x="281420" y="200025"/>
                    </a:cubicBezTo>
                    <a:lnTo>
                      <a:pt x="142009" y="200025"/>
                    </a:lnTo>
                    <a:cubicBezTo>
                      <a:pt x="133350" y="200025"/>
                      <a:pt x="126423" y="193098"/>
                      <a:pt x="126423" y="184439"/>
                    </a:cubicBezTo>
                    <a:lnTo>
                      <a:pt x="126423" y="866"/>
                    </a:lnTo>
                    <a:lnTo>
                      <a:pt x="0" y="866"/>
                    </a:lnTo>
                    <a:lnTo>
                      <a:pt x="0" y="513484"/>
                    </a:lnTo>
                    <a:lnTo>
                      <a:pt x="126423" y="513484"/>
                    </a:lnTo>
                    <a:lnTo>
                      <a:pt x="126423" y="329911"/>
                    </a:lnTo>
                    <a:cubicBezTo>
                      <a:pt x="126423" y="321252"/>
                      <a:pt x="133350" y="314325"/>
                      <a:pt x="142009" y="314325"/>
                    </a:cubicBezTo>
                    <a:lnTo>
                      <a:pt x="281420" y="314325"/>
                    </a:lnTo>
                    <a:cubicBezTo>
                      <a:pt x="289214" y="314325"/>
                      <a:pt x="296141" y="316923"/>
                      <a:pt x="302203" y="322984"/>
                    </a:cubicBezTo>
                    <a:lnTo>
                      <a:pt x="502227" y="504825"/>
                    </a:lnTo>
                    <a:cubicBezTo>
                      <a:pt x="509154" y="510886"/>
                      <a:pt x="517814" y="514350"/>
                      <a:pt x="526473" y="514350"/>
                    </a:cubicBezTo>
                    <a:lnTo>
                      <a:pt x="639041" y="514350"/>
                    </a:lnTo>
                    <a:lnTo>
                      <a:pt x="639041" y="386196"/>
                    </a:lnTo>
                    <a:lnTo>
                      <a:pt x="577562" y="386196"/>
                    </a:lnTo>
                    <a:cubicBezTo>
                      <a:pt x="558511" y="386196"/>
                      <a:pt x="539461" y="379268"/>
                      <a:pt x="524741" y="367145"/>
                    </a:cubicBezTo>
                    <a:lnTo>
                      <a:pt x="429491" y="283152"/>
                    </a:lnTo>
                    <a:cubicBezTo>
                      <a:pt x="414771" y="270164"/>
                      <a:pt x="414771" y="247650"/>
                      <a:pt x="429491" y="233795"/>
                    </a:cubicBezTo>
                    <a:lnTo>
                      <a:pt x="524741" y="149802"/>
                    </a:lnTo>
                    <a:cubicBezTo>
                      <a:pt x="539461" y="137680"/>
                      <a:pt x="557646" y="131618"/>
                      <a:pt x="577562" y="130752"/>
                    </a:cubicBezTo>
                    <a:lnTo>
                      <a:pt x="639041" y="130752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31312A80-0BC7-73AF-E143-3E944484C391}"/>
                  </a:ext>
                </a:extLst>
              </p:cNvPr>
              <p:cNvSpPr/>
              <p:nvPr/>
            </p:nvSpPr>
            <p:spPr>
              <a:xfrm>
                <a:off x="4441247" y="3172690"/>
                <a:ext cx="692727" cy="513484"/>
              </a:xfrm>
              <a:custGeom>
                <a:avLst/>
                <a:gdLst>
                  <a:gd name="connsiteX0" fmla="*/ 497898 w 692727"/>
                  <a:gd name="connsiteY0" fmla="*/ 0 h 513484"/>
                  <a:gd name="connsiteX1" fmla="*/ 351559 w 692727"/>
                  <a:gd name="connsiteY1" fmla="*/ 72736 h 513484"/>
                  <a:gd name="connsiteX2" fmla="*/ 0 w 692727"/>
                  <a:gd name="connsiteY2" fmla="*/ 512618 h 513484"/>
                  <a:gd name="connsiteX3" fmla="*/ 178377 w 692727"/>
                  <a:gd name="connsiteY3" fmla="*/ 512618 h 513484"/>
                  <a:gd name="connsiteX4" fmla="*/ 468457 w 692727"/>
                  <a:gd name="connsiteY4" fmla="*/ 155864 h 513484"/>
                  <a:gd name="connsiteX5" fmla="*/ 516082 w 692727"/>
                  <a:gd name="connsiteY5" fmla="*/ 129886 h 513484"/>
                  <a:gd name="connsiteX6" fmla="*/ 564573 w 692727"/>
                  <a:gd name="connsiteY6" fmla="*/ 184439 h 513484"/>
                  <a:gd name="connsiteX7" fmla="*/ 564573 w 692727"/>
                  <a:gd name="connsiteY7" fmla="*/ 339436 h 513484"/>
                  <a:gd name="connsiteX8" fmla="*/ 528205 w 692727"/>
                  <a:gd name="connsiteY8" fmla="*/ 385330 h 513484"/>
                  <a:gd name="connsiteX9" fmla="*/ 492702 w 692727"/>
                  <a:gd name="connsiteY9" fmla="*/ 385330 h 513484"/>
                  <a:gd name="connsiteX10" fmla="*/ 492702 w 692727"/>
                  <a:gd name="connsiteY10" fmla="*/ 513484 h 513484"/>
                  <a:gd name="connsiteX11" fmla="*/ 692727 w 692727"/>
                  <a:gd name="connsiteY11" fmla="*/ 513484 h 513484"/>
                  <a:gd name="connsiteX12" fmla="*/ 692727 w 692727"/>
                  <a:gd name="connsiteY12" fmla="*/ 192232 h 513484"/>
                  <a:gd name="connsiteX13" fmla="*/ 497898 w 692727"/>
                  <a:gd name="connsiteY13" fmla="*/ 866 h 513484"/>
                  <a:gd name="connsiteX14" fmla="*/ 497898 w 692727"/>
                  <a:gd name="connsiteY14" fmla="*/ 866 h 513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2727" h="513484">
                    <a:moveTo>
                      <a:pt x="497898" y="0"/>
                    </a:moveTo>
                    <a:cubicBezTo>
                      <a:pt x="440748" y="866"/>
                      <a:pt x="387061" y="27709"/>
                      <a:pt x="351559" y="72736"/>
                    </a:cubicBezTo>
                    <a:lnTo>
                      <a:pt x="0" y="512618"/>
                    </a:lnTo>
                    <a:lnTo>
                      <a:pt x="178377" y="512618"/>
                    </a:lnTo>
                    <a:lnTo>
                      <a:pt x="468457" y="155864"/>
                    </a:lnTo>
                    <a:cubicBezTo>
                      <a:pt x="483177" y="138545"/>
                      <a:pt x="493568" y="129886"/>
                      <a:pt x="516082" y="129886"/>
                    </a:cubicBezTo>
                    <a:cubicBezTo>
                      <a:pt x="538596" y="129886"/>
                      <a:pt x="564573" y="154998"/>
                      <a:pt x="564573" y="184439"/>
                    </a:cubicBezTo>
                    <a:lnTo>
                      <a:pt x="564573" y="339436"/>
                    </a:lnTo>
                    <a:cubicBezTo>
                      <a:pt x="564573" y="364548"/>
                      <a:pt x="551584" y="385330"/>
                      <a:pt x="528205" y="385330"/>
                    </a:cubicBezTo>
                    <a:lnTo>
                      <a:pt x="492702" y="385330"/>
                    </a:lnTo>
                    <a:lnTo>
                      <a:pt x="492702" y="513484"/>
                    </a:lnTo>
                    <a:lnTo>
                      <a:pt x="692727" y="513484"/>
                    </a:lnTo>
                    <a:lnTo>
                      <a:pt x="692727" y="192232"/>
                    </a:lnTo>
                    <a:cubicBezTo>
                      <a:pt x="692727" y="166255"/>
                      <a:pt x="692727" y="866"/>
                      <a:pt x="497898" y="866"/>
                    </a:cubicBezTo>
                    <a:lnTo>
                      <a:pt x="497898" y="866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0D9A886-CF59-A2E1-05A5-E0E9877EA409}"/>
                </a:ext>
              </a:extLst>
            </p:cNvPr>
            <p:cNvGrpSpPr/>
            <p:nvPr/>
          </p:nvGrpSpPr>
          <p:grpSpPr>
            <a:xfrm>
              <a:off x="11237775" y="5428812"/>
              <a:ext cx="644881" cy="280035"/>
              <a:chOff x="11237775" y="5428812"/>
              <a:chExt cx="644881" cy="280035"/>
            </a:xfrm>
            <a:grpFill/>
          </p:grpSpPr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A08351AA-A979-FE59-50CE-E22648F2BF92}"/>
                  </a:ext>
                </a:extLst>
              </p:cNvPr>
              <p:cNvSpPr/>
              <p:nvPr/>
            </p:nvSpPr>
            <p:spPr>
              <a:xfrm>
                <a:off x="11237775" y="5428812"/>
                <a:ext cx="245631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245631" h="280035">
                    <a:moveTo>
                      <a:pt x="0" y="0"/>
                    </a:moveTo>
                    <a:lnTo>
                      <a:pt x="245631" y="0"/>
                    </a:lnTo>
                    <a:lnTo>
                      <a:pt x="245631" y="50407"/>
                    </a:lnTo>
                    <a:lnTo>
                      <a:pt x="151219" y="50407"/>
                    </a:lnTo>
                    <a:lnTo>
                      <a:pt x="151219" y="280035"/>
                    </a:lnTo>
                    <a:lnTo>
                      <a:pt x="93612" y="280035"/>
                    </a:lnTo>
                    <a:lnTo>
                      <a:pt x="93612" y="50407"/>
                    </a:lnTo>
                    <a:lnTo>
                      <a:pt x="0" y="5040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FF2904ED-4E3A-9654-D9F8-4E456364CFE5}"/>
                  </a:ext>
                </a:extLst>
              </p:cNvPr>
              <p:cNvSpPr/>
              <p:nvPr/>
            </p:nvSpPr>
            <p:spPr>
              <a:xfrm>
                <a:off x="11521011" y="5428812"/>
                <a:ext cx="361645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361645" h="280035">
                    <a:moveTo>
                      <a:pt x="0" y="0"/>
                    </a:moveTo>
                    <a:lnTo>
                      <a:pt x="100012" y="0"/>
                    </a:lnTo>
                    <a:lnTo>
                      <a:pt x="181622" y="210427"/>
                    </a:lnTo>
                    <a:lnTo>
                      <a:pt x="185623" y="210427"/>
                    </a:lnTo>
                    <a:lnTo>
                      <a:pt x="268033" y="0"/>
                    </a:lnTo>
                    <a:lnTo>
                      <a:pt x="361645" y="0"/>
                    </a:lnTo>
                    <a:lnTo>
                      <a:pt x="361645" y="280035"/>
                    </a:lnTo>
                    <a:lnTo>
                      <a:pt x="305638" y="280035"/>
                    </a:lnTo>
                    <a:lnTo>
                      <a:pt x="305638" y="48006"/>
                    </a:lnTo>
                    <a:lnTo>
                      <a:pt x="301637" y="48006"/>
                    </a:lnTo>
                    <a:lnTo>
                      <a:pt x="211226" y="280035"/>
                    </a:lnTo>
                    <a:lnTo>
                      <a:pt x="150418" y="280035"/>
                    </a:lnTo>
                    <a:lnTo>
                      <a:pt x="60007" y="48006"/>
                    </a:lnTo>
                    <a:lnTo>
                      <a:pt x="56807" y="48006"/>
                    </a:lnTo>
                    <a:lnTo>
                      <a:pt x="56807" y="280035"/>
                    </a:lnTo>
                    <a:lnTo>
                      <a:pt x="0" y="28003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D08BD0C9-7438-A09B-54B4-64095178E468}"/>
              </a:ext>
            </a:extLst>
          </p:cNvPr>
          <p:cNvSpPr/>
          <p:nvPr/>
        </p:nvSpPr>
        <p:spPr>
          <a:xfrm>
            <a:off x="11563470" y="293688"/>
            <a:ext cx="336430" cy="336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632578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and Subtitl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33C628C-D29E-A044-B2EB-3DC2477C6A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1" y="5014684"/>
            <a:ext cx="5791200" cy="155448"/>
          </a:xfrm>
          <a:prstGeom prst="rect">
            <a:avLst/>
          </a:prstGeom>
        </p:spPr>
        <p:txBody>
          <a:bodyPr wrap="square" lIns="45720" tIns="0" rIns="0" bIns="0" anchor="ctr">
            <a:spAutoFit/>
          </a:bodyPr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000" b="0" i="0" spc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  <a:lvl2pPr marL="457173" indent="0">
              <a:buNone/>
              <a:defRPr sz="2400">
                <a:solidFill>
                  <a:schemeClr val="bg1"/>
                </a:solidFill>
              </a:defRPr>
            </a:lvl2pPr>
            <a:lvl3pPr marL="914346" indent="0">
              <a:buNone/>
              <a:defRPr sz="2400">
                <a:solidFill>
                  <a:schemeClr val="bg1"/>
                </a:solidFill>
              </a:defRPr>
            </a:lvl3pPr>
            <a:lvl4pPr marL="1371519" indent="0">
              <a:buNone/>
              <a:defRPr sz="2400">
                <a:solidFill>
                  <a:schemeClr val="bg1"/>
                </a:solidFill>
              </a:defRPr>
            </a:lvl4pPr>
            <a:lvl5pPr marL="1828693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PRESENTER’S NAME, TITLE</a:t>
            </a:r>
          </a:p>
        </p:txBody>
      </p:sp>
      <p:sp>
        <p:nvSpPr>
          <p:cNvPr id="40" name="Title 2">
            <a:extLst>
              <a:ext uri="{FF2B5EF4-FFF2-40B4-BE49-F238E27FC236}">
                <a16:creationId xmlns:a16="http://schemas.microsoft.com/office/drawing/2014/main" id="{34F3AA0F-AE20-56C9-A000-E9EE240A3F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208998"/>
            <a:ext cx="10871200" cy="4023804"/>
          </a:xfrm>
          <a:prstGeom prst="rect">
            <a:avLst/>
          </a:prstGeom>
        </p:spPr>
        <p:txBody>
          <a:bodyPr wrap="square" lIns="0" tIns="0" anchor="t">
            <a:noAutofit/>
          </a:bodyPr>
          <a:lstStyle>
            <a:lvl1pPr marL="0" indent="0">
              <a:lnSpc>
                <a:spcPct val="88000"/>
              </a:lnSpc>
              <a:defRPr sz="8000" b="0" spc="-22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6A692BC-3C6C-56BD-8B34-32B6817D15D4}"/>
              </a:ext>
            </a:extLst>
          </p:cNvPr>
          <p:cNvGrpSpPr/>
          <p:nvPr/>
        </p:nvGrpSpPr>
        <p:grpSpPr>
          <a:xfrm>
            <a:off x="297005" y="5411270"/>
            <a:ext cx="11602895" cy="1158371"/>
            <a:chOff x="297005" y="5421618"/>
            <a:chExt cx="11585651" cy="1156649"/>
          </a:xfrm>
          <a:solidFill>
            <a:schemeClr val="accent3"/>
          </a:solidFill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50FD88E0-3A7B-F830-D901-1BE0676304ED}"/>
                </a:ext>
              </a:extLst>
            </p:cNvPr>
            <p:cNvGrpSpPr/>
            <p:nvPr/>
          </p:nvGrpSpPr>
          <p:grpSpPr>
            <a:xfrm>
              <a:off x="297005" y="5421618"/>
              <a:ext cx="10643138" cy="1156649"/>
              <a:chOff x="3726006" y="3171824"/>
              <a:chExt cx="4740852" cy="515215"/>
            </a:xfrm>
            <a:grpFill/>
          </p:grpSpPr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BF52D899-1363-DEA1-6063-C8949655B805}"/>
                  </a:ext>
                </a:extLst>
              </p:cNvPr>
              <p:cNvSpPr/>
              <p:nvPr/>
            </p:nvSpPr>
            <p:spPr>
              <a:xfrm>
                <a:off x="5262995" y="3173556"/>
                <a:ext cx="639906" cy="512618"/>
              </a:xfrm>
              <a:custGeom>
                <a:avLst/>
                <a:gdLst>
                  <a:gd name="connsiteX0" fmla="*/ 512618 w 639906"/>
                  <a:gd name="connsiteY0" fmla="*/ 348961 h 512618"/>
                  <a:gd name="connsiteX1" fmla="*/ 482311 w 639906"/>
                  <a:gd name="connsiteY1" fmla="*/ 383598 h 512618"/>
                  <a:gd name="connsiteX2" fmla="*/ 446809 w 639906"/>
                  <a:gd name="connsiteY2" fmla="*/ 361950 h 512618"/>
                  <a:gd name="connsiteX3" fmla="*/ 329911 w 639906"/>
                  <a:gd name="connsiteY3" fmla="*/ 40698 h 512618"/>
                  <a:gd name="connsiteX4" fmla="*/ 274493 w 639906"/>
                  <a:gd name="connsiteY4" fmla="*/ 0 h 512618"/>
                  <a:gd name="connsiteX5" fmla="*/ 0 w 639906"/>
                  <a:gd name="connsiteY5" fmla="*/ 0 h 512618"/>
                  <a:gd name="connsiteX6" fmla="*/ 0 w 639906"/>
                  <a:gd name="connsiteY6" fmla="*/ 512618 h 512618"/>
                  <a:gd name="connsiteX7" fmla="*/ 200891 w 639906"/>
                  <a:gd name="connsiteY7" fmla="*/ 512618 h 512618"/>
                  <a:gd name="connsiteX8" fmla="*/ 200891 w 639906"/>
                  <a:gd name="connsiteY8" fmla="*/ 384464 h 512618"/>
                  <a:gd name="connsiteX9" fmla="*/ 165389 w 639906"/>
                  <a:gd name="connsiteY9" fmla="*/ 384464 h 512618"/>
                  <a:gd name="connsiteX10" fmla="*/ 128155 w 639906"/>
                  <a:gd name="connsiteY10" fmla="*/ 338571 h 512618"/>
                  <a:gd name="connsiteX11" fmla="*/ 128155 w 639906"/>
                  <a:gd name="connsiteY11" fmla="*/ 184439 h 512618"/>
                  <a:gd name="connsiteX12" fmla="*/ 200025 w 639906"/>
                  <a:gd name="connsiteY12" fmla="*/ 133350 h 512618"/>
                  <a:gd name="connsiteX13" fmla="*/ 228600 w 639906"/>
                  <a:gd name="connsiteY13" fmla="*/ 164523 h 512618"/>
                  <a:gd name="connsiteX14" fmla="*/ 322118 w 639906"/>
                  <a:gd name="connsiteY14" fmla="*/ 407843 h 512618"/>
                  <a:gd name="connsiteX15" fmla="*/ 475384 w 639906"/>
                  <a:gd name="connsiteY15" fmla="*/ 512618 h 512618"/>
                  <a:gd name="connsiteX16" fmla="*/ 478848 w 639906"/>
                  <a:gd name="connsiteY16" fmla="*/ 512618 h 512618"/>
                  <a:gd name="connsiteX17" fmla="*/ 639907 w 639906"/>
                  <a:gd name="connsiteY17" fmla="*/ 353291 h 512618"/>
                  <a:gd name="connsiteX18" fmla="*/ 639907 w 639906"/>
                  <a:gd name="connsiteY18" fmla="*/ 0 h 512618"/>
                  <a:gd name="connsiteX19" fmla="*/ 511752 w 639906"/>
                  <a:gd name="connsiteY19" fmla="*/ 0 h 512618"/>
                  <a:gd name="connsiteX20" fmla="*/ 511752 w 639906"/>
                  <a:gd name="connsiteY20" fmla="*/ 34982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39906" h="512618">
                    <a:moveTo>
                      <a:pt x="512618" y="348961"/>
                    </a:moveTo>
                    <a:cubicBezTo>
                      <a:pt x="512618" y="366279"/>
                      <a:pt x="499630" y="381000"/>
                      <a:pt x="482311" y="383598"/>
                    </a:cubicBezTo>
                    <a:cubicBezTo>
                      <a:pt x="466725" y="385330"/>
                      <a:pt x="452005" y="375805"/>
                      <a:pt x="446809" y="361950"/>
                    </a:cubicBezTo>
                    <a:lnTo>
                      <a:pt x="329911" y="40698"/>
                    </a:lnTo>
                    <a:cubicBezTo>
                      <a:pt x="321252" y="14721"/>
                      <a:pt x="299605" y="0"/>
                      <a:pt x="274493" y="0"/>
                    </a:cubicBezTo>
                    <a:lnTo>
                      <a:pt x="0" y="0"/>
                    </a:lnTo>
                    <a:lnTo>
                      <a:pt x="0" y="512618"/>
                    </a:lnTo>
                    <a:lnTo>
                      <a:pt x="200891" y="512618"/>
                    </a:lnTo>
                    <a:lnTo>
                      <a:pt x="200891" y="384464"/>
                    </a:lnTo>
                    <a:lnTo>
                      <a:pt x="165389" y="384464"/>
                    </a:lnTo>
                    <a:cubicBezTo>
                      <a:pt x="142009" y="384464"/>
                      <a:pt x="128155" y="363682"/>
                      <a:pt x="128155" y="338571"/>
                    </a:cubicBezTo>
                    <a:lnTo>
                      <a:pt x="128155" y="184439"/>
                    </a:lnTo>
                    <a:cubicBezTo>
                      <a:pt x="128155" y="146339"/>
                      <a:pt x="165389" y="118630"/>
                      <a:pt x="200025" y="133350"/>
                    </a:cubicBezTo>
                    <a:cubicBezTo>
                      <a:pt x="213014" y="139411"/>
                      <a:pt x="223405" y="150668"/>
                      <a:pt x="228600" y="164523"/>
                    </a:cubicBezTo>
                    <a:lnTo>
                      <a:pt x="322118" y="407843"/>
                    </a:lnTo>
                    <a:cubicBezTo>
                      <a:pt x="346364" y="471920"/>
                      <a:pt x="406977" y="512618"/>
                      <a:pt x="475384" y="512618"/>
                    </a:cubicBezTo>
                    <a:lnTo>
                      <a:pt x="478848" y="512618"/>
                    </a:lnTo>
                    <a:cubicBezTo>
                      <a:pt x="567170" y="512618"/>
                      <a:pt x="639907" y="442480"/>
                      <a:pt x="639907" y="353291"/>
                    </a:cubicBezTo>
                    <a:lnTo>
                      <a:pt x="639907" y="0"/>
                    </a:lnTo>
                    <a:lnTo>
                      <a:pt x="511752" y="0"/>
                    </a:lnTo>
                    <a:lnTo>
                      <a:pt x="511752" y="349827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4D5E0007-2AC5-2685-4C2D-CF96C07C7ED0}"/>
                  </a:ext>
                </a:extLst>
              </p:cNvPr>
              <p:cNvSpPr/>
              <p:nvPr/>
            </p:nvSpPr>
            <p:spPr>
              <a:xfrm>
                <a:off x="6031922" y="3172690"/>
                <a:ext cx="640772" cy="512618"/>
              </a:xfrm>
              <a:custGeom>
                <a:avLst/>
                <a:gdLst>
                  <a:gd name="connsiteX0" fmla="*/ 384464 w 640772"/>
                  <a:gd name="connsiteY0" fmla="*/ 0 h 512618"/>
                  <a:gd name="connsiteX1" fmla="*/ 0 w 640772"/>
                  <a:gd name="connsiteY1" fmla="*/ 0 h 512618"/>
                  <a:gd name="connsiteX2" fmla="*/ 0 w 640772"/>
                  <a:gd name="connsiteY2" fmla="*/ 129020 h 512618"/>
                  <a:gd name="connsiteX3" fmla="*/ 384464 w 640772"/>
                  <a:gd name="connsiteY3" fmla="*/ 129020 h 512618"/>
                  <a:gd name="connsiteX4" fmla="*/ 511752 w 640772"/>
                  <a:gd name="connsiteY4" fmla="*/ 256309 h 512618"/>
                  <a:gd name="connsiteX5" fmla="*/ 384464 w 640772"/>
                  <a:gd name="connsiteY5" fmla="*/ 383598 h 512618"/>
                  <a:gd name="connsiteX6" fmla="*/ 0 w 640772"/>
                  <a:gd name="connsiteY6" fmla="*/ 383598 h 512618"/>
                  <a:gd name="connsiteX7" fmla="*/ 0 w 640772"/>
                  <a:gd name="connsiteY7" fmla="*/ 512618 h 512618"/>
                  <a:gd name="connsiteX8" fmla="*/ 384464 w 640772"/>
                  <a:gd name="connsiteY8" fmla="*/ 512618 h 512618"/>
                  <a:gd name="connsiteX9" fmla="*/ 609600 w 640772"/>
                  <a:gd name="connsiteY9" fmla="*/ 380134 h 512618"/>
                  <a:gd name="connsiteX10" fmla="*/ 640773 w 640772"/>
                  <a:gd name="connsiteY10" fmla="*/ 256309 h 512618"/>
                  <a:gd name="connsiteX11" fmla="*/ 609600 w 640772"/>
                  <a:gd name="connsiteY11" fmla="*/ 132484 h 512618"/>
                  <a:gd name="connsiteX12" fmla="*/ 384464 w 640772"/>
                  <a:gd name="connsiteY12" fmla="*/ 0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0772" h="512618">
                    <a:moveTo>
                      <a:pt x="384464" y="0"/>
                    </a:moveTo>
                    <a:lnTo>
                      <a:pt x="0" y="0"/>
                    </a:lnTo>
                    <a:lnTo>
                      <a:pt x="0" y="129020"/>
                    </a:lnTo>
                    <a:lnTo>
                      <a:pt x="384464" y="129020"/>
                    </a:lnTo>
                    <a:cubicBezTo>
                      <a:pt x="452004" y="129020"/>
                      <a:pt x="511752" y="188768"/>
                      <a:pt x="511752" y="256309"/>
                    </a:cubicBezTo>
                    <a:cubicBezTo>
                      <a:pt x="511752" y="323850"/>
                      <a:pt x="452004" y="383598"/>
                      <a:pt x="384464" y="383598"/>
                    </a:cubicBezTo>
                    <a:lnTo>
                      <a:pt x="0" y="383598"/>
                    </a:lnTo>
                    <a:lnTo>
                      <a:pt x="0" y="512618"/>
                    </a:lnTo>
                    <a:lnTo>
                      <a:pt x="384464" y="512618"/>
                    </a:lnTo>
                    <a:cubicBezTo>
                      <a:pt x="481446" y="512618"/>
                      <a:pt x="565439" y="458932"/>
                      <a:pt x="609600" y="380134"/>
                    </a:cubicBezTo>
                    <a:cubicBezTo>
                      <a:pt x="629516" y="343766"/>
                      <a:pt x="640773" y="301337"/>
                      <a:pt x="640773" y="256309"/>
                    </a:cubicBezTo>
                    <a:cubicBezTo>
                      <a:pt x="640773" y="211282"/>
                      <a:pt x="629516" y="169718"/>
                      <a:pt x="609600" y="132484"/>
                    </a:cubicBezTo>
                    <a:cubicBezTo>
                      <a:pt x="566305" y="52821"/>
                      <a:pt x="482311" y="0"/>
                      <a:pt x="384464" y="0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9164FD13-1646-7FD2-5414-F5FB8722267D}"/>
                  </a:ext>
                </a:extLst>
              </p:cNvPr>
              <p:cNvSpPr/>
              <p:nvPr/>
            </p:nvSpPr>
            <p:spPr>
              <a:xfrm>
                <a:off x="6726381" y="3171824"/>
                <a:ext cx="202622" cy="512618"/>
              </a:xfrm>
              <a:custGeom>
                <a:avLst/>
                <a:gdLst>
                  <a:gd name="connsiteX0" fmla="*/ 25977 w 202622"/>
                  <a:gd name="connsiteY0" fmla="*/ 129021 h 512618"/>
                  <a:gd name="connsiteX1" fmla="*/ 36368 w 202622"/>
                  <a:gd name="connsiteY1" fmla="*/ 129021 h 512618"/>
                  <a:gd name="connsiteX2" fmla="*/ 74468 w 202622"/>
                  <a:gd name="connsiteY2" fmla="*/ 176646 h 512618"/>
                  <a:gd name="connsiteX3" fmla="*/ 74468 w 202622"/>
                  <a:gd name="connsiteY3" fmla="*/ 512618 h 512618"/>
                  <a:gd name="connsiteX4" fmla="*/ 202623 w 202622"/>
                  <a:gd name="connsiteY4" fmla="*/ 512618 h 512618"/>
                  <a:gd name="connsiteX5" fmla="*/ 202623 w 202622"/>
                  <a:gd name="connsiteY5" fmla="*/ 0 h 512618"/>
                  <a:gd name="connsiteX6" fmla="*/ 0 w 202622"/>
                  <a:gd name="connsiteY6" fmla="*/ 0 h 512618"/>
                  <a:gd name="connsiteX7" fmla="*/ 0 w 202622"/>
                  <a:gd name="connsiteY7" fmla="*/ 128155 h 512618"/>
                  <a:gd name="connsiteX8" fmla="*/ 26843 w 202622"/>
                  <a:gd name="connsiteY8" fmla="*/ 128155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2622" h="512618">
                    <a:moveTo>
                      <a:pt x="25977" y="129021"/>
                    </a:moveTo>
                    <a:cubicBezTo>
                      <a:pt x="29441" y="129021"/>
                      <a:pt x="32039" y="129021"/>
                      <a:pt x="36368" y="129021"/>
                    </a:cubicBezTo>
                    <a:cubicBezTo>
                      <a:pt x="59748" y="132484"/>
                      <a:pt x="74468" y="151534"/>
                      <a:pt x="74468" y="176646"/>
                    </a:cubicBezTo>
                    <a:lnTo>
                      <a:pt x="74468" y="512618"/>
                    </a:lnTo>
                    <a:lnTo>
                      <a:pt x="202623" y="512618"/>
                    </a:lnTo>
                    <a:lnTo>
                      <a:pt x="202623" y="0"/>
                    </a:lnTo>
                    <a:lnTo>
                      <a:pt x="0" y="0"/>
                    </a:lnTo>
                    <a:lnTo>
                      <a:pt x="0" y="128155"/>
                    </a:lnTo>
                    <a:lnTo>
                      <a:pt x="26843" y="128155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3CEC4686-88E3-A390-9C59-C52AEAD5DDB6}"/>
                  </a:ext>
                </a:extLst>
              </p:cNvPr>
              <p:cNvSpPr/>
              <p:nvPr/>
            </p:nvSpPr>
            <p:spPr>
              <a:xfrm>
                <a:off x="7058025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79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79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3DA57102-8664-4537-0C96-1D776169644E}"/>
                  </a:ext>
                </a:extLst>
              </p:cNvPr>
              <p:cNvSpPr/>
              <p:nvPr/>
            </p:nvSpPr>
            <p:spPr>
              <a:xfrm>
                <a:off x="7056293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5A49FBDA-20CE-D350-85F4-D7B8C67413BE}"/>
                  </a:ext>
                </a:extLst>
              </p:cNvPr>
              <p:cNvSpPr/>
              <p:nvPr/>
            </p:nvSpPr>
            <p:spPr>
              <a:xfrm>
                <a:off x="3726006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80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80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6A87A37E-58CF-CB04-6B8E-B4B9738F218D}"/>
                  </a:ext>
                </a:extLst>
              </p:cNvPr>
              <p:cNvSpPr/>
              <p:nvPr/>
            </p:nvSpPr>
            <p:spPr>
              <a:xfrm>
                <a:off x="3726006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D6B4B94F-9063-7C67-5801-B3828727A687}"/>
                  </a:ext>
                </a:extLst>
              </p:cNvPr>
              <p:cNvSpPr/>
              <p:nvPr/>
            </p:nvSpPr>
            <p:spPr>
              <a:xfrm>
                <a:off x="7827818" y="3172690"/>
                <a:ext cx="639040" cy="514349"/>
              </a:xfrm>
              <a:custGeom>
                <a:avLst/>
                <a:gdLst>
                  <a:gd name="connsiteX0" fmla="*/ 639041 w 639040"/>
                  <a:gd name="connsiteY0" fmla="*/ 129020 h 514349"/>
                  <a:gd name="connsiteX1" fmla="*/ 639041 w 639040"/>
                  <a:gd name="connsiteY1" fmla="*/ 0 h 514349"/>
                  <a:gd name="connsiteX2" fmla="*/ 526473 w 639040"/>
                  <a:gd name="connsiteY2" fmla="*/ 0 h 514349"/>
                  <a:gd name="connsiteX3" fmla="*/ 502227 w 639040"/>
                  <a:gd name="connsiteY3" fmla="*/ 9525 h 514349"/>
                  <a:gd name="connsiteX4" fmla="*/ 302203 w 639040"/>
                  <a:gd name="connsiteY4" fmla="*/ 191366 h 514349"/>
                  <a:gd name="connsiteX5" fmla="*/ 281420 w 639040"/>
                  <a:gd name="connsiteY5" fmla="*/ 200025 h 514349"/>
                  <a:gd name="connsiteX6" fmla="*/ 142009 w 639040"/>
                  <a:gd name="connsiteY6" fmla="*/ 200025 h 514349"/>
                  <a:gd name="connsiteX7" fmla="*/ 126423 w 639040"/>
                  <a:gd name="connsiteY7" fmla="*/ 184439 h 514349"/>
                  <a:gd name="connsiteX8" fmla="*/ 126423 w 639040"/>
                  <a:gd name="connsiteY8" fmla="*/ 866 h 514349"/>
                  <a:gd name="connsiteX9" fmla="*/ 0 w 639040"/>
                  <a:gd name="connsiteY9" fmla="*/ 866 h 514349"/>
                  <a:gd name="connsiteX10" fmla="*/ 0 w 639040"/>
                  <a:gd name="connsiteY10" fmla="*/ 513484 h 514349"/>
                  <a:gd name="connsiteX11" fmla="*/ 126423 w 639040"/>
                  <a:gd name="connsiteY11" fmla="*/ 513484 h 514349"/>
                  <a:gd name="connsiteX12" fmla="*/ 126423 w 639040"/>
                  <a:gd name="connsiteY12" fmla="*/ 329911 h 514349"/>
                  <a:gd name="connsiteX13" fmla="*/ 142009 w 639040"/>
                  <a:gd name="connsiteY13" fmla="*/ 314325 h 514349"/>
                  <a:gd name="connsiteX14" fmla="*/ 281420 w 639040"/>
                  <a:gd name="connsiteY14" fmla="*/ 314325 h 514349"/>
                  <a:gd name="connsiteX15" fmla="*/ 302203 w 639040"/>
                  <a:gd name="connsiteY15" fmla="*/ 322984 h 514349"/>
                  <a:gd name="connsiteX16" fmla="*/ 502227 w 639040"/>
                  <a:gd name="connsiteY16" fmla="*/ 504825 h 514349"/>
                  <a:gd name="connsiteX17" fmla="*/ 526473 w 639040"/>
                  <a:gd name="connsiteY17" fmla="*/ 514350 h 514349"/>
                  <a:gd name="connsiteX18" fmla="*/ 639041 w 639040"/>
                  <a:gd name="connsiteY18" fmla="*/ 514350 h 514349"/>
                  <a:gd name="connsiteX19" fmla="*/ 639041 w 639040"/>
                  <a:gd name="connsiteY19" fmla="*/ 386196 h 514349"/>
                  <a:gd name="connsiteX20" fmla="*/ 577562 w 639040"/>
                  <a:gd name="connsiteY20" fmla="*/ 386196 h 514349"/>
                  <a:gd name="connsiteX21" fmla="*/ 524741 w 639040"/>
                  <a:gd name="connsiteY21" fmla="*/ 367145 h 514349"/>
                  <a:gd name="connsiteX22" fmla="*/ 429491 w 639040"/>
                  <a:gd name="connsiteY22" fmla="*/ 283152 h 514349"/>
                  <a:gd name="connsiteX23" fmla="*/ 429491 w 639040"/>
                  <a:gd name="connsiteY23" fmla="*/ 233795 h 514349"/>
                  <a:gd name="connsiteX24" fmla="*/ 524741 w 639040"/>
                  <a:gd name="connsiteY24" fmla="*/ 149802 h 514349"/>
                  <a:gd name="connsiteX25" fmla="*/ 577562 w 639040"/>
                  <a:gd name="connsiteY25" fmla="*/ 130752 h 514349"/>
                  <a:gd name="connsiteX26" fmla="*/ 639041 w 639040"/>
                  <a:gd name="connsiteY26" fmla="*/ 130752 h 514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39040" h="514349">
                    <a:moveTo>
                      <a:pt x="639041" y="129020"/>
                    </a:moveTo>
                    <a:lnTo>
                      <a:pt x="639041" y="0"/>
                    </a:lnTo>
                    <a:lnTo>
                      <a:pt x="526473" y="0"/>
                    </a:lnTo>
                    <a:cubicBezTo>
                      <a:pt x="517814" y="0"/>
                      <a:pt x="509154" y="3464"/>
                      <a:pt x="502227" y="9525"/>
                    </a:cubicBezTo>
                    <a:lnTo>
                      <a:pt x="302203" y="191366"/>
                    </a:lnTo>
                    <a:cubicBezTo>
                      <a:pt x="296141" y="196561"/>
                      <a:pt x="289214" y="200025"/>
                      <a:pt x="281420" y="200025"/>
                    </a:cubicBezTo>
                    <a:lnTo>
                      <a:pt x="142009" y="200025"/>
                    </a:lnTo>
                    <a:cubicBezTo>
                      <a:pt x="133350" y="200025"/>
                      <a:pt x="126423" y="193098"/>
                      <a:pt x="126423" y="184439"/>
                    </a:cubicBezTo>
                    <a:lnTo>
                      <a:pt x="126423" y="866"/>
                    </a:lnTo>
                    <a:lnTo>
                      <a:pt x="0" y="866"/>
                    </a:lnTo>
                    <a:lnTo>
                      <a:pt x="0" y="513484"/>
                    </a:lnTo>
                    <a:lnTo>
                      <a:pt x="126423" y="513484"/>
                    </a:lnTo>
                    <a:lnTo>
                      <a:pt x="126423" y="329911"/>
                    </a:lnTo>
                    <a:cubicBezTo>
                      <a:pt x="126423" y="321252"/>
                      <a:pt x="133350" y="314325"/>
                      <a:pt x="142009" y="314325"/>
                    </a:cubicBezTo>
                    <a:lnTo>
                      <a:pt x="281420" y="314325"/>
                    </a:lnTo>
                    <a:cubicBezTo>
                      <a:pt x="289214" y="314325"/>
                      <a:pt x="296141" y="316923"/>
                      <a:pt x="302203" y="322984"/>
                    </a:cubicBezTo>
                    <a:lnTo>
                      <a:pt x="502227" y="504825"/>
                    </a:lnTo>
                    <a:cubicBezTo>
                      <a:pt x="509154" y="510886"/>
                      <a:pt x="517814" y="514350"/>
                      <a:pt x="526473" y="514350"/>
                    </a:cubicBezTo>
                    <a:lnTo>
                      <a:pt x="639041" y="514350"/>
                    </a:lnTo>
                    <a:lnTo>
                      <a:pt x="639041" y="386196"/>
                    </a:lnTo>
                    <a:lnTo>
                      <a:pt x="577562" y="386196"/>
                    </a:lnTo>
                    <a:cubicBezTo>
                      <a:pt x="558511" y="386196"/>
                      <a:pt x="539461" y="379268"/>
                      <a:pt x="524741" y="367145"/>
                    </a:cubicBezTo>
                    <a:lnTo>
                      <a:pt x="429491" y="283152"/>
                    </a:lnTo>
                    <a:cubicBezTo>
                      <a:pt x="414771" y="270164"/>
                      <a:pt x="414771" y="247650"/>
                      <a:pt x="429491" y="233795"/>
                    </a:cubicBezTo>
                    <a:lnTo>
                      <a:pt x="524741" y="149802"/>
                    </a:lnTo>
                    <a:cubicBezTo>
                      <a:pt x="539461" y="137680"/>
                      <a:pt x="557646" y="131618"/>
                      <a:pt x="577562" y="130752"/>
                    </a:cubicBezTo>
                    <a:lnTo>
                      <a:pt x="639041" y="130752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D10C90D8-745C-4517-452F-8D9398F858A1}"/>
                  </a:ext>
                </a:extLst>
              </p:cNvPr>
              <p:cNvSpPr/>
              <p:nvPr/>
            </p:nvSpPr>
            <p:spPr>
              <a:xfrm>
                <a:off x="4441247" y="3172690"/>
                <a:ext cx="692727" cy="513484"/>
              </a:xfrm>
              <a:custGeom>
                <a:avLst/>
                <a:gdLst>
                  <a:gd name="connsiteX0" fmla="*/ 497898 w 692727"/>
                  <a:gd name="connsiteY0" fmla="*/ 0 h 513484"/>
                  <a:gd name="connsiteX1" fmla="*/ 351559 w 692727"/>
                  <a:gd name="connsiteY1" fmla="*/ 72736 h 513484"/>
                  <a:gd name="connsiteX2" fmla="*/ 0 w 692727"/>
                  <a:gd name="connsiteY2" fmla="*/ 512618 h 513484"/>
                  <a:gd name="connsiteX3" fmla="*/ 178377 w 692727"/>
                  <a:gd name="connsiteY3" fmla="*/ 512618 h 513484"/>
                  <a:gd name="connsiteX4" fmla="*/ 468457 w 692727"/>
                  <a:gd name="connsiteY4" fmla="*/ 155864 h 513484"/>
                  <a:gd name="connsiteX5" fmla="*/ 516082 w 692727"/>
                  <a:gd name="connsiteY5" fmla="*/ 129886 h 513484"/>
                  <a:gd name="connsiteX6" fmla="*/ 564573 w 692727"/>
                  <a:gd name="connsiteY6" fmla="*/ 184439 h 513484"/>
                  <a:gd name="connsiteX7" fmla="*/ 564573 w 692727"/>
                  <a:gd name="connsiteY7" fmla="*/ 339436 h 513484"/>
                  <a:gd name="connsiteX8" fmla="*/ 528205 w 692727"/>
                  <a:gd name="connsiteY8" fmla="*/ 385330 h 513484"/>
                  <a:gd name="connsiteX9" fmla="*/ 492702 w 692727"/>
                  <a:gd name="connsiteY9" fmla="*/ 385330 h 513484"/>
                  <a:gd name="connsiteX10" fmla="*/ 492702 w 692727"/>
                  <a:gd name="connsiteY10" fmla="*/ 513484 h 513484"/>
                  <a:gd name="connsiteX11" fmla="*/ 692727 w 692727"/>
                  <a:gd name="connsiteY11" fmla="*/ 513484 h 513484"/>
                  <a:gd name="connsiteX12" fmla="*/ 692727 w 692727"/>
                  <a:gd name="connsiteY12" fmla="*/ 192232 h 513484"/>
                  <a:gd name="connsiteX13" fmla="*/ 497898 w 692727"/>
                  <a:gd name="connsiteY13" fmla="*/ 866 h 513484"/>
                  <a:gd name="connsiteX14" fmla="*/ 497898 w 692727"/>
                  <a:gd name="connsiteY14" fmla="*/ 866 h 513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2727" h="513484">
                    <a:moveTo>
                      <a:pt x="497898" y="0"/>
                    </a:moveTo>
                    <a:cubicBezTo>
                      <a:pt x="440748" y="866"/>
                      <a:pt x="387061" y="27709"/>
                      <a:pt x="351559" y="72736"/>
                    </a:cubicBezTo>
                    <a:lnTo>
                      <a:pt x="0" y="512618"/>
                    </a:lnTo>
                    <a:lnTo>
                      <a:pt x="178377" y="512618"/>
                    </a:lnTo>
                    <a:lnTo>
                      <a:pt x="468457" y="155864"/>
                    </a:lnTo>
                    <a:cubicBezTo>
                      <a:pt x="483177" y="138545"/>
                      <a:pt x="493568" y="129886"/>
                      <a:pt x="516082" y="129886"/>
                    </a:cubicBezTo>
                    <a:cubicBezTo>
                      <a:pt x="538596" y="129886"/>
                      <a:pt x="564573" y="154998"/>
                      <a:pt x="564573" y="184439"/>
                    </a:cubicBezTo>
                    <a:lnTo>
                      <a:pt x="564573" y="339436"/>
                    </a:lnTo>
                    <a:cubicBezTo>
                      <a:pt x="564573" y="364548"/>
                      <a:pt x="551584" y="385330"/>
                      <a:pt x="528205" y="385330"/>
                    </a:cubicBezTo>
                    <a:lnTo>
                      <a:pt x="492702" y="385330"/>
                    </a:lnTo>
                    <a:lnTo>
                      <a:pt x="492702" y="513484"/>
                    </a:lnTo>
                    <a:lnTo>
                      <a:pt x="692727" y="513484"/>
                    </a:lnTo>
                    <a:lnTo>
                      <a:pt x="692727" y="192232"/>
                    </a:lnTo>
                    <a:cubicBezTo>
                      <a:pt x="692727" y="166255"/>
                      <a:pt x="692727" y="866"/>
                      <a:pt x="497898" y="866"/>
                    </a:cubicBezTo>
                    <a:lnTo>
                      <a:pt x="497898" y="866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5486611C-7296-3F16-EE92-FF3602ECC95B}"/>
                </a:ext>
              </a:extLst>
            </p:cNvPr>
            <p:cNvGrpSpPr/>
            <p:nvPr/>
          </p:nvGrpSpPr>
          <p:grpSpPr>
            <a:xfrm>
              <a:off x="11237775" y="5428812"/>
              <a:ext cx="644881" cy="280035"/>
              <a:chOff x="11237775" y="5428812"/>
              <a:chExt cx="644881" cy="280035"/>
            </a:xfrm>
            <a:grpFill/>
          </p:grpSpPr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B0C1A2A3-93DA-837F-A5A0-B25E09D76DE0}"/>
                  </a:ext>
                </a:extLst>
              </p:cNvPr>
              <p:cNvSpPr/>
              <p:nvPr/>
            </p:nvSpPr>
            <p:spPr>
              <a:xfrm>
                <a:off x="11237775" y="5428812"/>
                <a:ext cx="245631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245631" h="280035">
                    <a:moveTo>
                      <a:pt x="0" y="0"/>
                    </a:moveTo>
                    <a:lnTo>
                      <a:pt x="245631" y="0"/>
                    </a:lnTo>
                    <a:lnTo>
                      <a:pt x="245631" y="50407"/>
                    </a:lnTo>
                    <a:lnTo>
                      <a:pt x="151219" y="50407"/>
                    </a:lnTo>
                    <a:lnTo>
                      <a:pt x="151219" y="280035"/>
                    </a:lnTo>
                    <a:lnTo>
                      <a:pt x="93612" y="280035"/>
                    </a:lnTo>
                    <a:lnTo>
                      <a:pt x="93612" y="50407"/>
                    </a:lnTo>
                    <a:lnTo>
                      <a:pt x="0" y="5040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BAD87224-DE76-7FF9-D1D4-86623728FE01}"/>
                  </a:ext>
                </a:extLst>
              </p:cNvPr>
              <p:cNvSpPr/>
              <p:nvPr/>
            </p:nvSpPr>
            <p:spPr>
              <a:xfrm>
                <a:off x="11521011" y="5428812"/>
                <a:ext cx="361645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361645" h="280035">
                    <a:moveTo>
                      <a:pt x="0" y="0"/>
                    </a:moveTo>
                    <a:lnTo>
                      <a:pt x="100012" y="0"/>
                    </a:lnTo>
                    <a:lnTo>
                      <a:pt x="181622" y="210427"/>
                    </a:lnTo>
                    <a:lnTo>
                      <a:pt x="185623" y="210427"/>
                    </a:lnTo>
                    <a:lnTo>
                      <a:pt x="268033" y="0"/>
                    </a:lnTo>
                    <a:lnTo>
                      <a:pt x="361645" y="0"/>
                    </a:lnTo>
                    <a:lnTo>
                      <a:pt x="361645" y="280035"/>
                    </a:lnTo>
                    <a:lnTo>
                      <a:pt x="305638" y="280035"/>
                    </a:lnTo>
                    <a:lnTo>
                      <a:pt x="305638" y="48006"/>
                    </a:lnTo>
                    <a:lnTo>
                      <a:pt x="301637" y="48006"/>
                    </a:lnTo>
                    <a:lnTo>
                      <a:pt x="211226" y="280035"/>
                    </a:lnTo>
                    <a:lnTo>
                      <a:pt x="150418" y="280035"/>
                    </a:lnTo>
                    <a:lnTo>
                      <a:pt x="60007" y="48006"/>
                    </a:lnTo>
                    <a:lnTo>
                      <a:pt x="56807" y="48006"/>
                    </a:lnTo>
                    <a:lnTo>
                      <a:pt x="56807" y="280035"/>
                    </a:lnTo>
                    <a:lnTo>
                      <a:pt x="0" y="28003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D58DA466-A993-04AF-B67A-65B6194E07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94050" y="5014684"/>
            <a:ext cx="2901950" cy="155448"/>
          </a:xfrm>
        </p:spPr>
        <p:txBody>
          <a:bodyPr lIns="0" anchor="ctr"/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PP Fraktion Mono" pitchFamily="49" charset="77"/>
              </a:defRPr>
            </a:lvl1pPr>
          </a:lstStyle>
          <a:p>
            <a:pPr lvl="0"/>
            <a:r>
              <a:rPr lang="en-US" dirty="0"/>
              <a:t>CLICK TO ADD DATE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E6C6FE-813E-0703-F35F-82EA88599430}"/>
              </a:ext>
            </a:extLst>
          </p:cNvPr>
          <p:cNvSpPr/>
          <p:nvPr/>
        </p:nvSpPr>
        <p:spPr>
          <a:xfrm>
            <a:off x="11563470" y="293688"/>
            <a:ext cx="336430" cy="3364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25659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and Subtitle White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0F1D90-C148-37E0-0739-9979B5D56E73}"/>
              </a:ext>
            </a:extLst>
          </p:cNvPr>
          <p:cNvSpPr/>
          <p:nvPr userDrawn="1"/>
        </p:nvSpPr>
        <p:spPr>
          <a:xfrm>
            <a:off x="0" y="4756994"/>
            <a:ext cx="12192000" cy="210100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33C628C-D29E-A044-B2EB-3DC2477C6A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1" y="5014684"/>
            <a:ext cx="5791200" cy="155448"/>
          </a:xfrm>
          <a:prstGeom prst="rect">
            <a:avLst/>
          </a:prstGeom>
        </p:spPr>
        <p:txBody>
          <a:bodyPr wrap="square" lIns="45720" tIns="0" rIns="0" bIns="0" anchor="ctr">
            <a:spAutoFit/>
          </a:bodyPr>
          <a:lstStyle>
            <a:lvl1pPr marL="0" indent="0" algn="r">
              <a:lnSpc>
                <a:spcPct val="100000"/>
              </a:lnSpc>
              <a:spcAft>
                <a:spcPts val="0"/>
              </a:spcAft>
              <a:buNone/>
              <a:defRPr sz="1000" b="0" i="0" spc="0">
                <a:solidFill>
                  <a:schemeClr val="bg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  <a:lvl2pPr marL="457173" indent="0">
              <a:buNone/>
              <a:defRPr sz="2400">
                <a:solidFill>
                  <a:schemeClr val="bg1"/>
                </a:solidFill>
              </a:defRPr>
            </a:lvl2pPr>
            <a:lvl3pPr marL="914346" indent="0">
              <a:buNone/>
              <a:defRPr sz="2400">
                <a:solidFill>
                  <a:schemeClr val="bg1"/>
                </a:solidFill>
              </a:defRPr>
            </a:lvl3pPr>
            <a:lvl4pPr marL="1371519" indent="0">
              <a:buNone/>
              <a:defRPr sz="2400">
                <a:solidFill>
                  <a:schemeClr val="bg1"/>
                </a:solidFill>
              </a:defRPr>
            </a:lvl4pPr>
            <a:lvl5pPr marL="1828693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PRESENTER’S NAME, TITLE</a:t>
            </a:r>
          </a:p>
        </p:txBody>
      </p:sp>
      <p:sp>
        <p:nvSpPr>
          <p:cNvPr id="40" name="Title 2">
            <a:extLst>
              <a:ext uri="{FF2B5EF4-FFF2-40B4-BE49-F238E27FC236}">
                <a16:creationId xmlns:a16="http://schemas.microsoft.com/office/drawing/2014/main" id="{34F3AA0F-AE20-56C9-A000-E9EE240A3F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208998"/>
            <a:ext cx="10871200" cy="4023804"/>
          </a:xfrm>
          <a:prstGeom prst="rect">
            <a:avLst/>
          </a:prstGeom>
        </p:spPr>
        <p:txBody>
          <a:bodyPr wrap="square" lIns="0" tIns="0" anchor="t">
            <a:noAutofit/>
          </a:bodyPr>
          <a:lstStyle>
            <a:lvl1pPr marL="0" indent="0">
              <a:lnSpc>
                <a:spcPct val="88000"/>
              </a:lnSpc>
              <a:defRPr sz="8000" b="0" spc="-22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6A692BC-3C6C-56BD-8B34-32B6817D15D4}"/>
              </a:ext>
            </a:extLst>
          </p:cNvPr>
          <p:cNvGrpSpPr/>
          <p:nvPr/>
        </p:nvGrpSpPr>
        <p:grpSpPr>
          <a:xfrm>
            <a:off x="297005" y="5411270"/>
            <a:ext cx="11602895" cy="1158371"/>
            <a:chOff x="297005" y="5421618"/>
            <a:chExt cx="11585651" cy="1156649"/>
          </a:xfrm>
          <a:solidFill>
            <a:schemeClr val="bg1"/>
          </a:solidFill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50FD88E0-3A7B-F830-D901-1BE0676304ED}"/>
                </a:ext>
              </a:extLst>
            </p:cNvPr>
            <p:cNvGrpSpPr/>
            <p:nvPr/>
          </p:nvGrpSpPr>
          <p:grpSpPr>
            <a:xfrm>
              <a:off x="297005" y="5421618"/>
              <a:ext cx="10643138" cy="1156649"/>
              <a:chOff x="3726006" y="3171824"/>
              <a:chExt cx="4740852" cy="515215"/>
            </a:xfrm>
            <a:grpFill/>
          </p:grpSpPr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BF52D899-1363-DEA1-6063-C8949655B805}"/>
                  </a:ext>
                </a:extLst>
              </p:cNvPr>
              <p:cNvSpPr/>
              <p:nvPr/>
            </p:nvSpPr>
            <p:spPr>
              <a:xfrm>
                <a:off x="5262995" y="3173556"/>
                <a:ext cx="639906" cy="512618"/>
              </a:xfrm>
              <a:custGeom>
                <a:avLst/>
                <a:gdLst>
                  <a:gd name="connsiteX0" fmla="*/ 512618 w 639906"/>
                  <a:gd name="connsiteY0" fmla="*/ 348961 h 512618"/>
                  <a:gd name="connsiteX1" fmla="*/ 482311 w 639906"/>
                  <a:gd name="connsiteY1" fmla="*/ 383598 h 512618"/>
                  <a:gd name="connsiteX2" fmla="*/ 446809 w 639906"/>
                  <a:gd name="connsiteY2" fmla="*/ 361950 h 512618"/>
                  <a:gd name="connsiteX3" fmla="*/ 329911 w 639906"/>
                  <a:gd name="connsiteY3" fmla="*/ 40698 h 512618"/>
                  <a:gd name="connsiteX4" fmla="*/ 274493 w 639906"/>
                  <a:gd name="connsiteY4" fmla="*/ 0 h 512618"/>
                  <a:gd name="connsiteX5" fmla="*/ 0 w 639906"/>
                  <a:gd name="connsiteY5" fmla="*/ 0 h 512618"/>
                  <a:gd name="connsiteX6" fmla="*/ 0 w 639906"/>
                  <a:gd name="connsiteY6" fmla="*/ 512618 h 512618"/>
                  <a:gd name="connsiteX7" fmla="*/ 200891 w 639906"/>
                  <a:gd name="connsiteY7" fmla="*/ 512618 h 512618"/>
                  <a:gd name="connsiteX8" fmla="*/ 200891 w 639906"/>
                  <a:gd name="connsiteY8" fmla="*/ 384464 h 512618"/>
                  <a:gd name="connsiteX9" fmla="*/ 165389 w 639906"/>
                  <a:gd name="connsiteY9" fmla="*/ 384464 h 512618"/>
                  <a:gd name="connsiteX10" fmla="*/ 128155 w 639906"/>
                  <a:gd name="connsiteY10" fmla="*/ 338571 h 512618"/>
                  <a:gd name="connsiteX11" fmla="*/ 128155 w 639906"/>
                  <a:gd name="connsiteY11" fmla="*/ 184439 h 512618"/>
                  <a:gd name="connsiteX12" fmla="*/ 200025 w 639906"/>
                  <a:gd name="connsiteY12" fmla="*/ 133350 h 512618"/>
                  <a:gd name="connsiteX13" fmla="*/ 228600 w 639906"/>
                  <a:gd name="connsiteY13" fmla="*/ 164523 h 512618"/>
                  <a:gd name="connsiteX14" fmla="*/ 322118 w 639906"/>
                  <a:gd name="connsiteY14" fmla="*/ 407843 h 512618"/>
                  <a:gd name="connsiteX15" fmla="*/ 475384 w 639906"/>
                  <a:gd name="connsiteY15" fmla="*/ 512618 h 512618"/>
                  <a:gd name="connsiteX16" fmla="*/ 478848 w 639906"/>
                  <a:gd name="connsiteY16" fmla="*/ 512618 h 512618"/>
                  <a:gd name="connsiteX17" fmla="*/ 639907 w 639906"/>
                  <a:gd name="connsiteY17" fmla="*/ 353291 h 512618"/>
                  <a:gd name="connsiteX18" fmla="*/ 639907 w 639906"/>
                  <a:gd name="connsiteY18" fmla="*/ 0 h 512618"/>
                  <a:gd name="connsiteX19" fmla="*/ 511752 w 639906"/>
                  <a:gd name="connsiteY19" fmla="*/ 0 h 512618"/>
                  <a:gd name="connsiteX20" fmla="*/ 511752 w 639906"/>
                  <a:gd name="connsiteY20" fmla="*/ 34982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39906" h="512618">
                    <a:moveTo>
                      <a:pt x="512618" y="348961"/>
                    </a:moveTo>
                    <a:cubicBezTo>
                      <a:pt x="512618" y="366279"/>
                      <a:pt x="499630" y="381000"/>
                      <a:pt x="482311" y="383598"/>
                    </a:cubicBezTo>
                    <a:cubicBezTo>
                      <a:pt x="466725" y="385330"/>
                      <a:pt x="452005" y="375805"/>
                      <a:pt x="446809" y="361950"/>
                    </a:cubicBezTo>
                    <a:lnTo>
                      <a:pt x="329911" y="40698"/>
                    </a:lnTo>
                    <a:cubicBezTo>
                      <a:pt x="321252" y="14721"/>
                      <a:pt x="299605" y="0"/>
                      <a:pt x="274493" y="0"/>
                    </a:cubicBezTo>
                    <a:lnTo>
                      <a:pt x="0" y="0"/>
                    </a:lnTo>
                    <a:lnTo>
                      <a:pt x="0" y="512618"/>
                    </a:lnTo>
                    <a:lnTo>
                      <a:pt x="200891" y="512618"/>
                    </a:lnTo>
                    <a:lnTo>
                      <a:pt x="200891" y="384464"/>
                    </a:lnTo>
                    <a:lnTo>
                      <a:pt x="165389" y="384464"/>
                    </a:lnTo>
                    <a:cubicBezTo>
                      <a:pt x="142009" y="384464"/>
                      <a:pt x="128155" y="363682"/>
                      <a:pt x="128155" y="338571"/>
                    </a:cubicBezTo>
                    <a:lnTo>
                      <a:pt x="128155" y="184439"/>
                    </a:lnTo>
                    <a:cubicBezTo>
                      <a:pt x="128155" y="146339"/>
                      <a:pt x="165389" y="118630"/>
                      <a:pt x="200025" y="133350"/>
                    </a:cubicBezTo>
                    <a:cubicBezTo>
                      <a:pt x="213014" y="139411"/>
                      <a:pt x="223405" y="150668"/>
                      <a:pt x="228600" y="164523"/>
                    </a:cubicBezTo>
                    <a:lnTo>
                      <a:pt x="322118" y="407843"/>
                    </a:lnTo>
                    <a:cubicBezTo>
                      <a:pt x="346364" y="471920"/>
                      <a:pt x="406977" y="512618"/>
                      <a:pt x="475384" y="512618"/>
                    </a:cubicBezTo>
                    <a:lnTo>
                      <a:pt x="478848" y="512618"/>
                    </a:lnTo>
                    <a:cubicBezTo>
                      <a:pt x="567170" y="512618"/>
                      <a:pt x="639907" y="442480"/>
                      <a:pt x="639907" y="353291"/>
                    </a:cubicBezTo>
                    <a:lnTo>
                      <a:pt x="639907" y="0"/>
                    </a:lnTo>
                    <a:lnTo>
                      <a:pt x="511752" y="0"/>
                    </a:lnTo>
                    <a:lnTo>
                      <a:pt x="511752" y="349827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4D5E0007-2AC5-2685-4C2D-CF96C07C7ED0}"/>
                  </a:ext>
                </a:extLst>
              </p:cNvPr>
              <p:cNvSpPr/>
              <p:nvPr/>
            </p:nvSpPr>
            <p:spPr>
              <a:xfrm>
                <a:off x="6031922" y="3172690"/>
                <a:ext cx="640772" cy="512618"/>
              </a:xfrm>
              <a:custGeom>
                <a:avLst/>
                <a:gdLst>
                  <a:gd name="connsiteX0" fmla="*/ 384464 w 640772"/>
                  <a:gd name="connsiteY0" fmla="*/ 0 h 512618"/>
                  <a:gd name="connsiteX1" fmla="*/ 0 w 640772"/>
                  <a:gd name="connsiteY1" fmla="*/ 0 h 512618"/>
                  <a:gd name="connsiteX2" fmla="*/ 0 w 640772"/>
                  <a:gd name="connsiteY2" fmla="*/ 129020 h 512618"/>
                  <a:gd name="connsiteX3" fmla="*/ 384464 w 640772"/>
                  <a:gd name="connsiteY3" fmla="*/ 129020 h 512618"/>
                  <a:gd name="connsiteX4" fmla="*/ 511752 w 640772"/>
                  <a:gd name="connsiteY4" fmla="*/ 256309 h 512618"/>
                  <a:gd name="connsiteX5" fmla="*/ 384464 w 640772"/>
                  <a:gd name="connsiteY5" fmla="*/ 383598 h 512618"/>
                  <a:gd name="connsiteX6" fmla="*/ 0 w 640772"/>
                  <a:gd name="connsiteY6" fmla="*/ 383598 h 512618"/>
                  <a:gd name="connsiteX7" fmla="*/ 0 w 640772"/>
                  <a:gd name="connsiteY7" fmla="*/ 512618 h 512618"/>
                  <a:gd name="connsiteX8" fmla="*/ 384464 w 640772"/>
                  <a:gd name="connsiteY8" fmla="*/ 512618 h 512618"/>
                  <a:gd name="connsiteX9" fmla="*/ 609600 w 640772"/>
                  <a:gd name="connsiteY9" fmla="*/ 380134 h 512618"/>
                  <a:gd name="connsiteX10" fmla="*/ 640773 w 640772"/>
                  <a:gd name="connsiteY10" fmla="*/ 256309 h 512618"/>
                  <a:gd name="connsiteX11" fmla="*/ 609600 w 640772"/>
                  <a:gd name="connsiteY11" fmla="*/ 132484 h 512618"/>
                  <a:gd name="connsiteX12" fmla="*/ 384464 w 640772"/>
                  <a:gd name="connsiteY12" fmla="*/ 0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0772" h="512618">
                    <a:moveTo>
                      <a:pt x="384464" y="0"/>
                    </a:moveTo>
                    <a:lnTo>
                      <a:pt x="0" y="0"/>
                    </a:lnTo>
                    <a:lnTo>
                      <a:pt x="0" y="129020"/>
                    </a:lnTo>
                    <a:lnTo>
                      <a:pt x="384464" y="129020"/>
                    </a:lnTo>
                    <a:cubicBezTo>
                      <a:pt x="452004" y="129020"/>
                      <a:pt x="511752" y="188768"/>
                      <a:pt x="511752" y="256309"/>
                    </a:cubicBezTo>
                    <a:cubicBezTo>
                      <a:pt x="511752" y="323850"/>
                      <a:pt x="452004" y="383598"/>
                      <a:pt x="384464" y="383598"/>
                    </a:cubicBezTo>
                    <a:lnTo>
                      <a:pt x="0" y="383598"/>
                    </a:lnTo>
                    <a:lnTo>
                      <a:pt x="0" y="512618"/>
                    </a:lnTo>
                    <a:lnTo>
                      <a:pt x="384464" y="512618"/>
                    </a:lnTo>
                    <a:cubicBezTo>
                      <a:pt x="481446" y="512618"/>
                      <a:pt x="565439" y="458932"/>
                      <a:pt x="609600" y="380134"/>
                    </a:cubicBezTo>
                    <a:cubicBezTo>
                      <a:pt x="629516" y="343766"/>
                      <a:pt x="640773" y="301337"/>
                      <a:pt x="640773" y="256309"/>
                    </a:cubicBezTo>
                    <a:cubicBezTo>
                      <a:pt x="640773" y="211282"/>
                      <a:pt x="629516" y="169718"/>
                      <a:pt x="609600" y="132484"/>
                    </a:cubicBezTo>
                    <a:cubicBezTo>
                      <a:pt x="566305" y="52821"/>
                      <a:pt x="482311" y="0"/>
                      <a:pt x="384464" y="0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9164FD13-1646-7FD2-5414-F5FB8722267D}"/>
                  </a:ext>
                </a:extLst>
              </p:cNvPr>
              <p:cNvSpPr/>
              <p:nvPr/>
            </p:nvSpPr>
            <p:spPr>
              <a:xfrm>
                <a:off x="6726381" y="3171824"/>
                <a:ext cx="202622" cy="512618"/>
              </a:xfrm>
              <a:custGeom>
                <a:avLst/>
                <a:gdLst>
                  <a:gd name="connsiteX0" fmla="*/ 25977 w 202622"/>
                  <a:gd name="connsiteY0" fmla="*/ 129021 h 512618"/>
                  <a:gd name="connsiteX1" fmla="*/ 36368 w 202622"/>
                  <a:gd name="connsiteY1" fmla="*/ 129021 h 512618"/>
                  <a:gd name="connsiteX2" fmla="*/ 74468 w 202622"/>
                  <a:gd name="connsiteY2" fmla="*/ 176646 h 512618"/>
                  <a:gd name="connsiteX3" fmla="*/ 74468 w 202622"/>
                  <a:gd name="connsiteY3" fmla="*/ 512618 h 512618"/>
                  <a:gd name="connsiteX4" fmla="*/ 202623 w 202622"/>
                  <a:gd name="connsiteY4" fmla="*/ 512618 h 512618"/>
                  <a:gd name="connsiteX5" fmla="*/ 202623 w 202622"/>
                  <a:gd name="connsiteY5" fmla="*/ 0 h 512618"/>
                  <a:gd name="connsiteX6" fmla="*/ 0 w 202622"/>
                  <a:gd name="connsiteY6" fmla="*/ 0 h 512618"/>
                  <a:gd name="connsiteX7" fmla="*/ 0 w 202622"/>
                  <a:gd name="connsiteY7" fmla="*/ 128155 h 512618"/>
                  <a:gd name="connsiteX8" fmla="*/ 26843 w 202622"/>
                  <a:gd name="connsiteY8" fmla="*/ 128155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2622" h="512618">
                    <a:moveTo>
                      <a:pt x="25977" y="129021"/>
                    </a:moveTo>
                    <a:cubicBezTo>
                      <a:pt x="29441" y="129021"/>
                      <a:pt x="32039" y="129021"/>
                      <a:pt x="36368" y="129021"/>
                    </a:cubicBezTo>
                    <a:cubicBezTo>
                      <a:pt x="59748" y="132484"/>
                      <a:pt x="74468" y="151534"/>
                      <a:pt x="74468" y="176646"/>
                    </a:cubicBezTo>
                    <a:lnTo>
                      <a:pt x="74468" y="512618"/>
                    </a:lnTo>
                    <a:lnTo>
                      <a:pt x="202623" y="512618"/>
                    </a:lnTo>
                    <a:lnTo>
                      <a:pt x="202623" y="0"/>
                    </a:lnTo>
                    <a:lnTo>
                      <a:pt x="0" y="0"/>
                    </a:lnTo>
                    <a:lnTo>
                      <a:pt x="0" y="128155"/>
                    </a:lnTo>
                    <a:lnTo>
                      <a:pt x="26843" y="128155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3CEC4686-88E3-A390-9C59-C52AEAD5DDB6}"/>
                  </a:ext>
                </a:extLst>
              </p:cNvPr>
              <p:cNvSpPr/>
              <p:nvPr/>
            </p:nvSpPr>
            <p:spPr>
              <a:xfrm>
                <a:off x="7058025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79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79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3DA57102-8664-4537-0C96-1D776169644E}"/>
                  </a:ext>
                </a:extLst>
              </p:cNvPr>
              <p:cNvSpPr/>
              <p:nvPr/>
            </p:nvSpPr>
            <p:spPr>
              <a:xfrm>
                <a:off x="7056293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5A49FBDA-20CE-D350-85F4-D7B8C67413BE}"/>
                  </a:ext>
                </a:extLst>
              </p:cNvPr>
              <p:cNvSpPr/>
              <p:nvPr/>
            </p:nvSpPr>
            <p:spPr>
              <a:xfrm>
                <a:off x="3726006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80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80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6A87A37E-58CF-CB04-6B8E-B4B9738F218D}"/>
                  </a:ext>
                </a:extLst>
              </p:cNvPr>
              <p:cNvSpPr/>
              <p:nvPr/>
            </p:nvSpPr>
            <p:spPr>
              <a:xfrm>
                <a:off x="3726006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D6B4B94F-9063-7C67-5801-B3828727A687}"/>
                  </a:ext>
                </a:extLst>
              </p:cNvPr>
              <p:cNvSpPr/>
              <p:nvPr/>
            </p:nvSpPr>
            <p:spPr>
              <a:xfrm>
                <a:off x="7827818" y="3172690"/>
                <a:ext cx="639040" cy="514349"/>
              </a:xfrm>
              <a:custGeom>
                <a:avLst/>
                <a:gdLst>
                  <a:gd name="connsiteX0" fmla="*/ 639041 w 639040"/>
                  <a:gd name="connsiteY0" fmla="*/ 129020 h 514349"/>
                  <a:gd name="connsiteX1" fmla="*/ 639041 w 639040"/>
                  <a:gd name="connsiteY1" fmla="*/ 0 h 514349"/>
                  <a:gd name="connsiteX2" fmla="*/ 526473 w 639040"/>
                  <a:gd name="connsiteY2" fmla="*/ 0 h 514349"/>
                  <a:gd name="connsiteX3" fmla="*/ 502227 w 639040"/>
                  <a:gd name="connsiteY3" fmla="*/ 9525 h 514349"/>
                  <a:gd name="connsiteX4" fmla="*/ 302203 w 639040"/>
                  <a:gd name="connsiteY4" fmla="*/ 191366 h 514349"/>
                  <a:gd name="connsiteX5" fmla="*/ 281420 w 639040"/>
                  <a:gd name="connsiteY5" fmla="*/ 200025 h 514349"/>
                  <a:gd name="connsiteX6" fmla="*/ 142009 w 639040"/>
                  <a:gd name="connsiteY6" fmla="*/ 200025 h 514349"/>
                  <a:gd name="connsiteX7" fmla="*/ 126423 w 639040"/>
                  <a:gd name="connsiteY7" fmla="*/ 184439 h 514349"/>
                  <a:gd name="connsiteX8" fmla="*/ 126423 w 639040"/>
                  <a:gd name="connsiteY8" fmla="*/ 866 h 514349"/>
                  <a:gd name="connsiteX9" fmla="*/ 0 w 639040"/>
                  <a:gd name="connsiteY9" fmla="*/ 866 h 514349"/>
                  <a:gd name="connsiteX10" fmla="*/ 0 w 639040"/>
                  <a:gd name="connsiteY10" fmla="*/ 513484 h 514349"/>
                  <a:gd name="connsiteX11" fmla="*/ 126423 w 639040"/>
                  <a:gd name="connsiteY11" fmla="*/ 513484 h 514349"/>
                  <a:gd name="connsiteX12" fmla="*/ 126423 w 639040"/>
                  <a:gd name="connsiteY12" fmla="*/ 329911 h 514349"/>
                  <a:gd name="connsiteX13" fmla="*/ 142009 w 639040"/>
                  <a:gd name="connsiteY13" fmla="*/ 314325 h 514349"/>
                  <a:gd name="connsiteX14" fmla="*/ 281420 w 639040"/>
                  <a:gd name="connsiteY14" fmla="*/ 314325 h 514349"/>
                  <a:gd name="connsiteX15" fmla="*/ 302203 w 639040"/>
                  <a:gd name="connsiteY15" fmla="*/ 322984 h 514349"/>
                  <a:gd name="connsiteX16" fmla="*/ 502227 w 639040"/>
                  <a:gd name="connsiteY16" fmla="*/ 504825 h 514349"/>
                  <a:gd name="connsiteX17" fmla="*/ 526473 w 639040"/>
                  <a:gd name="connsiteY17" fmla="*/ 514350 h 514349"/>
                  <a:gd name="connsiteX18" fmla="*/ 639041 w 639040"/>
                  <a:gd name="connsiteY18" fmla="*/ 514350 h 514349"/>
                  <a:gd name="connsiteX19" fmla="*/ 639041 w 639040"/>
                  <a:gd name="connsiteY19" fmla="*/ 386196 h 514349"/>
                  <a:gd name="connsiteX20" fmla="*/ 577562 w 639040"/>
                  <a:gd name="connsiteY20" fmla="*/ 386196 h 514349"/>
                  <a:gd name="connsiteX21" fmla="*/ 524741 w 639040"/>
                  <a:gd name="connsiteY21" fmla="*/ 367145 h 514349"/>
                  <a:gd name="connsiteX22" fmla="*/ 429491 w 639040"/>
                  <a:gd name="connsiteY22" fmla="*/ 283152 h 514349"/>
                  <a:gd name="connsiteX23" fmla="*/ 429491 w 639040"/>
                  <a:gd name="connsiteY23" fmla="*/ 233795 h 514349"/>
                  <a:gd name="connsiteX24" fmla="*/ 524741 w 639040"/>
                  <a:gd name="connsiteY24" fmla="*/ 149802 h 514349"/>
                  <a:gd name="connsiteX25" fmla="*/ 577562 w 639040"/>
                  <a:gd name="connsiteY25" fmla="*/ 130752 h 514349"/>
                  <a:gd name="connsiteX26" fmla="*/ 639041 w 639040"/>
                  <a:gd name="connsiteY26" fmla="*/ 130752 h 514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39040" h="514349">
                    <a:moveTo>
                      <a:pt x="639041" y="129020"/>
                    </a:moveTo>
                    <a:lnTo>
                      <a:pt x="639041" y="0"/>
                    </a:lnTo>
                    <a:lnTo>
                      <a:pt x="526473" y="0"/>
                    </a:lnTo>
                    <a:cubicBezTo>
                      <a:pt x="517814" y="0"/>
                      <a:pt x="509154" y="3464"/>
                      <a:pt x="502227" y="9525"/>
                    </a:cubicBezTo>
                    <a:lnTo>
                      <a:pt x="302203" y="191366"/>
                    </a:lnTo>
                    <a:cubicBezTo>
                      <a:pt x="296141" y="196561"/>
                      <a:pt x="289214" y="200025"/>
                      <a:pt x="281420" y="200025"/>
                    </a:cubicBezTo>
                    <a:lnTo>
                      <a:pt x="142009" y="200025"/>
                    </a:lnTo>
                    <a:cubicBezTo>
                      <a:pt x="133350" y="200025"/>
                      <a:pt x="126423" y="193098"/>
                      <a:pt x="126423" y="184439"/>
                    </a:cubicBezTo>
                    <a:lnTo>
                      <a:pt x="126423" y="866"/>
                    </a:lnTo>
                    <a:lnTo>
                      <a:pt x="0" y="866"/>
                    </a:lnTo>
                    <a:lnTo>
                      <a:pt x="0" y="513484"/>
                    </a:lnTo>
                    <a:lnTo>
                      <a:pt x="126423" y="513484"/>
                    </a:lnTo>
                    <a:lnTo>
                      <a:pt x="126423" y="329911"/>
                    </a:lnTo>
                    <a:cubicBezTo>
                      <a:pt x="126423" y="321252"/>
                      <a:pt x="133350" y="314325"/>
                      <a:pt x="142009" y="314325"/>
                    </a:cubicBezTo>
                    <a:lnTo>
                      <a:pt x="281420" y="314325"/>
                    </a:lnTo>
                    <a:cubicBezTo>
                      <a:pt x="289214" y="314325"/>
                      <a:pt x="296141" y="316923"/>
                      <a:pt x="302203" y="322984"/>
                    </a:cubicBezTo>
                    <a:lnTo>
                      <a:pt x="502227" y="504825"/>
                    </a:lnTo>
                    <a:cubicBezTo>
                      <a:pt x="509154" y="510886"/>
                      <a:pt x="517814" y="514350"/>
                      <a:pt x="526473" y="514350"/>
                    </a:cubicBezTo>
                    <a:lnTo>
                      <a:pt x="639041" y="514350"/>
                    </a:lnTo>
                    <a:lnTo>
                      <a:pt x="639041" y="386196"/>
                    </a:lnTo>
                    <a:lnTo>
                      <a:pt x="577562" y="386196"/>
                    </a:lnTo>
                    <a:cubicBezTo>
                      <a:pt x="558511" y="386196"/>
                      <a:pt x="539461" y="379268"/>
                      <a:pt x="524741" y="367145"/>
                    </a:cubicBezTo>
                    <a:lnTo>
                      <a:pt x="429491" y="283152"/>
                    </a:lnTo>
                    <a:cubicBezTo>
                      <a:pt x="414771" y="270164"/>
                      <a:pt x="414771" y="247650"/>
                      <a:pt x="429491" y="233795"/>
                    </a:cubicBezTo>
                    <a:lnTo>
                      <a:pt x="524741" y="149802"/>
                    </a:lnTo>
                    <a:cubicBezTo>
                      <a:pt x="539461" y="137680"/>
                      <a:pt x="557646" y="131618"/>
                      <a:pt x="577562" y="130752"/>
                    </a:cubicBezTo>
                    <a:lnTo>
                      <a:pt x="639041" y="130752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D10C90D8-745C-4517-452F-8D9398F858A1}"/>
                  </a:ext>
                </a:extLst>
              </p:cNvPr>
              <p:cNvSpPr/>
              <p:nvPr/>
            </p:nvSpPr>
            <p:spPr>
              <a:xfrm>
                <a:off x="4441247" y="3172690"/>
                <a:ext cx="692727" cy="513484"/>
              </a:xfrm>
              <a:custGeom>
                <a:avLst/>
                <a:gdLst>
                  <a:gd name="connsiteX0" fmla="*/ 497898 w 692727"/>
                  <a:gd name="connsiteY0" fmla="*/ 0 h 513484"/>
                  <a:gd name="connsiteX1" fmla="*/ 351559 w 692727"/>
                  <a:gd name="connsiteY1" fmla="*/ 72736 h 513484"/>
                  <a:gd name="connsiteX2" fmla="*/ 0 w 692727"/>
                  <a:gd name="connsiteY2" fmla="*/ 512618 h 513484"/>
                  <a:gd name="connsiteX3" fmla="*/ 178377 w 692727"/>
                  <a:gd name="connsiteY3" fmla="*/ 512618 h 513484"/>
                  <a:gd name="connsiteX4" fmla="*/ 468457 w 692727"/>
                  <a:gd name="connsiteY4" fmla="*/ 155864 h 513484"/>
                  <a:gd name="connsiteX5" fmla="*/ 516082 w 692727"/>
                  <a:gd name="connsiteY5" fmla="*/ 129886 h 513484"/>
                  <a:gd name="connsiteX6" fmla="*/ 564573 w 692727"/>
                  <a:gd name="connsiteY6" fmla="*/ 184439 h 513484"/>
                  <a:gd name="connsiteX7" fmla="*/ 564573 w 692727"/>
                  <a:gd name="connsiteY7" fmla="*/ 339436 h 513484"/>
                  <a:gd name="connsiteX8" fmla="*/ 528205 w 692727"/>
                  <a:gd name="connsiteY8" fmla="*/ 385330 h 513484"/>
                  <a:gd name="connsiteX9" fmla="*/ 492702 w 692727"/>
                  <a:gd name="connsiteY9" fmla="*/ 385330 h 513484"/>
                  <a:gd name="connsiteX10" fmla="*/ 492702 w 692727"/>
                  <a:gd name="connsiteY10" fmla="*/ 513484 h 513484"/>
                  <a:gd name="connsiteX11" fmla="*/ 692727 w 692727"/>
                  <a:gd name="connsiteY11" fmla="*/ 513484 h 513484"/>
                  <a:gd name="connsiteX12" fmla="*/ 692727 w 692727"/>
                  <a:gd name="connsiteY12" fmla="*/ 192232 h 513484"/>
                  <a:gd name="connsiteX13" fmla="*/ 497898 w 692727"/>
                  <a:gd name="connsiteY13" fmla="*/ 866 h 513484"/>
                  <a:gd name="connsiteX14" fmla="*/ 497898 w 692727"/>
                  <a:gd name="connsiteY14" fmla="*/ 866 h 513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2727" h="513484">
                    <a:moveTo>
                      <a:pt x="497898" y="0"/>
                    </a:moveTo>
                    <a:cubicBezTo>
                      <a:pt x="440748" y="866"/>
                      <a:pt x="387061" y="27709"/>
                      <a:pt x="351559" y="72736"/>
                    </a:cubicBezTo>
                    <a:lnTo>
                      <a:pt x="0" y="512618"/>
                    </a:lnTo>
                    <a:lnTo>
                      <a:pt x="178377" y="512618"/>
                    </a:lnTo>
                    <a:lnTo>
                      <a:pt x="468457" y="155864"/>
                    </a:lnTo>
                    <a:cubicBezTo>
                      <a:pt x="483177" y="138545"/>
                      <a:pt x="493568" y="129886"/>
                      <a:pt x="516082" y="129886"/>
                    </a:cubicBezTo>
                    <a:cubicBezTo>
                      <a:pt x="538596" y="129886"/>
                      <a:pt x="564573" y="154998"/>
                      <a:pt x="564573" y="184439"/>
                    </a:cubicBezTo>
                    <a:lnTo>
                      <a:pt x="564573" y="339436"/>
                    </a:lnTo>
                    <a:cubicBezTo>
                      <a:pt x="564573" y="364548"/>
                      <a:pt x="551584" y="385330"/>
                      <a:pt x="528205" y="385330"/>
                    </a:cubicBezTo>
                    <a:lnTo>
                      <a:pt x="492702" y="385330"/>
                    </a:lnTo>
                    <a:lnTo>
                      <a:pt x="492702" y="513484"/>
                    </a:lnTo>
                    <a:lnTo>
                      <a:pt x="692727" y="513484"/>
                    </a:lnTo>
                    <a:lnTo>
                      <a:pt x="692727" y="192232"/>
                    </a:lnTo>
                    <a:cubicBezTo>
                      <a:pt x="692727" y="166255"/>
                      <a:pt x="692727" y="866"/>
                      <a:pt x="497898" y="866"/>
                    </a:cubicBezTo>
                    <a:lnTo>
                      <a:pt x="497898" y="866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5486611C-7296-3F16-EE92-FF3602ECC95B}"/>
                </a:ext>
              </a:extLst>
            </p:cNvPr>
            <p:cNvGrpSpPr/>
            <p:nvPr/>
          </p:nvGrpSpPr>
          <p:grpSpPr>
            <a:xfrm>
              <a:off x="11237775" y="5428812"/>
              <a:ext cx="644881" cy="280035"/>
              <a:chOff x="11237775" y="5428812"/>
              <a:chExt cx="644881" cy="280035"/>
            </a:xfrm>
            <a:grpFill/>
          </p:grpSpPr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B0C1A2A3-93DA-837F-A5A0-B25E09D76DE0}"/>
                  </a:ext>
                </a:extLst>
              </p:cNvPr>
              <p:cNvSpPr/>
              <p:nvPr/>
            </p:nvSpPr>
            <p:spPr>
              <a:xfrm>
                <a:off x="11237775" y="5428812"/>
                <a:ext cx="245631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245631" h="280035">
                    <a:moveTo>
                      <a:pt x="0" y="0"/>
                    </a:moveTo>
                    <a:lnTo>
                      <a:pt x="245631" y="0"/>
                    </a:lnTo>
                    <a:lnTo>
                      <a:pt x="245631" y="50407"/>
                    </a:lnTo>
                    <a:lnTo>
                      <a:pt x="151219" y="50407"/>
                    </a:lnTo>
                    <a:lnTo>
                      <a:pt x="151219" y="280035"/>
                    </a:lnTo>
                    <a:lnTo>
                      <a:pt x="93612" y="280035"/>
                    </a:lnTo>
                    <a:lnTo>
                      <a:pt x="93612" y="50407"/>
                    </a:lnTo>
                    <a:lnTo>
                      <a:pt x="0" y="5040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BAD87224-DE76-7FF9-D1D4-86623728FE01}"/>
                  </a:ext>
                </a:extLst>
              </p:cNvPr>
              <p:cNvSpPr/>
              <p:nvPr/>
            </p:nvSpPr>
            <p:spPr>
              <a:xfrm>
                <a:off x="11521011" y="5428812"/>
                <a:ext cx="361645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361645" h="280035">
                    <a:moveTo>
                      <a:pt x="0" y="0"/>
                    </a:moveTo>
                    <a:lnTo>
                      <a:pt x="100012" y="0"/>
                    </a:lnTo>
                    <a:lnTo>
                      <a:pt x="181622" y="210427"/>
                    </a:lnTo>
                    <a:lnTo>
                      <a:pt x="185623" y="210427"/>
                    </a:lnTo>
                    <a:lnTo>
                      <a:pt x="268033" y="0"/>
                    </a:lnTo>
                    <a:lnTo>
                      <a:pt x="361645" y="0"/>
                    </a:lnTo>
                    <a:lnTo>
                      <a:pt x="361645" y="280035"/>
                    </a:lnTo>
                    <a:lnTo>
                      <a:pt x="305638" y="280035"/>
                    </a:lnTo>
                    <a:lnTo>
                      <a:pt x="305638" y="48006"/>
                    </a:lnTo>
                    <a:lnTo>
                      <a:pt x="301637" y="48006"/>
                    </a:lnTo>
                    <a:lnTo>
                      <a:pt x="211226" y="280035"/>
                    </a:lnTo>
                    <a:lnTo>
                      <a:pt x="150418" y="280035"/>
                    </a:lnTo>
                    <a:lnTo>
                      <a:pt x="60007" y="48006"/>
                    </a:lnTo>
                    <a:lnTo>
                      <a:pt x="56807" y="48006"/>
                    </a:lnTo>
                    <a:lnTo>
                      <a:pt x="56807" y="280035"/>
                    </a:lnTo>
                    <a:lnTo>
                      <a:pt x="0" y="28003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D58DA466-A993-04AF-B67A-65B6194E07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94050" y="5014684"/>
            <a:ext cx="2901950" cy="155448"/>
          </a:xfrm>
        </p:spPr>
        <p:txBody>
          <a:bodyPr lIns="0" anchor="ctr"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PP Fraktion Mono" pitchFamily="49" charset="77"/>
              </a:defRPr>
            </a:lvl1pPr>
          </a:lstStyle>
          <a:p>
            <a:pPr lvl="0"/>
            <a:r>
              <a:rPr lang="en-US" dirty="0"/>
              <a:t>CLICK TO ADD DATE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E6C6FE-813E-0703-F35F-82EA88599430}"/>
              </a:ext>
            </a:extLst>
          </p:cNvPr>
          <p:cNvSpPr/>
          <p:nvPr/>
        </p:nvSpPr>
        <p:spPr>
          <a:xfrm>
            <a:off x="11563470" y="293688"/>
            <a:ext cx="336430" cy="3364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64092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2468A4-BC3E-6353-E1E0-2E13F959C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099" y="242175"/>
            <a:ext cx="10137775" cy="2859204"/>
          </a:xfrm>
          <a:prstGeom prst="rect">
            <a:avLst/>
          </a:prstGeom>
        </p:spPr>
        <p:txBody>
          <a:bodyPr wrap="square" lIns="0" tIns="0" anchor="t">
            <a:noAutofit/>
          </a:bodyPr>
          <a:lstStyle>
            <a:lvl1pPr>
              <a:lnSpc>
                <a:spcPct val="86000"/>
              </a:lnSpc>
              <a:defRPr sz="6000" b="0" spc="-22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SEGUE 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068CE0-26CF-02FD-7ADE-CE8EE6F27D0E}"/>
              </a:ext>
            </a:extLst>
          </p:cNvPr>
          <p:cNvSpPr/>
          <p:nvPr/>
        </p:nvSpPr>
        <p:spPr>
          <a:xfrm>
            <a:off x="11607292" y="293688"/>
            <a:ext cx="292608" cy="2926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FF0000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464B26F-BE41-ACE2-CA93-AAF45AD7C8A8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69C89F2-06E1-5AAF-3773-78E6E0D321ED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27D40853-56E5-F107-0819-EB5328356B1A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800836D-3118-CA60-E5B9-EE45B08AAA44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758703C-0681-AFE6-0AC2-669C53AFC187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9BFA7605-CC98-D2F3-7109-BE1FF08EF864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8D9CFF1-FEBC-3C0B-7462-B62B483AE229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5294F85E-C762-5200-8253-138354CA2227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061EB08-6C5B-A9C7-B0AF-3729FB4DCE04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E3F0016F-0CB3-7080-3BC4-4C1F78F36CBB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A9664395-59B4-F182-99D7-707F30DA657F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F74C3101-8FD3-E028-3D78-74D6B16FCDBF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5" name="name_2024 sandisk or its affiliates All rights reserved">
            <a:extLst>
              <a:ext uri="{FF2B5EF4-FFF2-40B4-BE49-F238E27FC236}">
                <a16:creationId xmlns:a16="http://schemas.microsoft.com/office/drawing/2014/main" id="{FD190F47-645C-5B94-F0BB-FEEB566FB6B1}"/>
              </a:ext>
            </a:extLst>
          </p:cNvPr>
          <p:cNvSpPr txBox="1"/>
          <p:nvPr userDrawn="1"/>
        </p:nvSpPr>
        <p:spPr>
          <a:xfrm>
            <a:off x="6096000" y="643573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PP Fraktion Mono" pitchFamily="49" charset="77"/>
                <a:cs typeface="Consolas" panose="020B0609020204030204" pitchFamily="49" charset="0"/>
              </a:rPr>
              <a:t>©2026 SANDISK CORPORATION OR ITS AFFILIATES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79801926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Gra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2468A4-BC3E-6353-E1E0-2E13F959C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099" y="242175"/>
            <a:ext cx="10137775" cy="2859204"/>
          </a:xfrm>
          <a:prstGeom prst="rect">
            <a:avLst/>
          </a:prstGeom>
        </p:spPr>
        <p:txBody>
          <a:bodyPr wrap="square" lIns="0" tIns="0" anchor="t">
            <a:noAutofit/>
          </a:bodyPr>
          <a:lstStyle>
            <a:lvl1pPr>
              <a:lnSpc>
                <a:spcPct val="86000"/>
              </a:lnSpc>
              <a:defRPr sz="6000" b="0" spc="-22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SEGUE TITLE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A95309-574A-2C41-2F2D-805220801FF6}"/>
              </a:ext>
            </a:extLst>
          </p:cNvPr>
          <p:cNvSpPr/>
          <p:nvPr/>
        </p:nvSpPr>
        <p:spPr>
          <a:xfrm>
            <a:off x="11607292" y="293688"/>
            <a:ext cx="292608" cy="2926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FF000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E339ACF-C1D7-28B4-AB2C-71D8975E22B0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DCFEF2E-507D-D3DC-160D-3A0004BDD970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E958F26-D8CA-C561-3E02-72F9F3661781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936B439-5B9F-172C-B0E8-CD8D5975186F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E2479D3-25E0-5AEE-CCAD-0FE77C96951D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184C24E5-9D24-77E4-470C-A8CFC1013706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D284EDC3-E6EC-3368-9C47-9E30223C8216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CB111A04-15A3-B682-ADFE-0C53B36118C6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897E07BE-77E9-2244-8A13-8522EF1181B4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687D2AD-D031-8A4E-8C0D-3636C9361A41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7F47B21F-1FD0-7FB1-D233-9530D4DD84B1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077A5AB2-2E52-B877-44E0-838E8B17B5B1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4" name="name_2024 sandisk or its affiliates All rights reserved">
            <a:extLst>
              <a:ext uri="{FF2B5EF4-FFF2-40B4-BE49-F238E27FC236}">
                <a16:creationId xmlns:a16="http://schemas.microsoft.com/office/drawing/2014/main" id="{21A5FE76-DFF9-9222-97B6-1FC12E2B47EE}"/>
              </a:ext>
            </a:extLst>
          </p:cNvPr>
          <p:cNvSpPr txBox="1"/>
          <p:nvPr userDrawn="1"/>
        </p:nvSpPr>
        <p:spPr>
          <a:xfrm>
            <a:off x="6096000" y="643573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rPr>
              <a:t>©2026 SANDISK CORPORATION OR ITS AFFILIATES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612480220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2468A4-BC3E-6353-E1E0-2E13F959C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099" y="242175"/>
            <a:ext cx="10137775" cy="2859204"/>
          </a:xfrm>
          <a:prstGeom prst="rect">
            <a:avLst/>
          </a:prstGeom>
        </p:spPr>
        <p:txBody>
          <a:bodyPr wrap="square" lIns="0" tIns="0" anchor="t">
            <a:noAutofit/>
          </a:bodyPr>
          <a:lstStyle>
            <a:lvl1pPr>
              <a:lnSpc>
                <a:spcPct val="86000"/>
              </a:lnSpc>
              <a:defRPr sz="6000" b="0" spc="-22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SEGUE TITLE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A95309-574A-2C41-2F2D-805220801FF6}"/>
              </a:ext>
            </a:extLst>
          </p:cNvPr>
          <p:cNvSpPr/>
          <p:nvPr/>
        </p:nvSpPr>
        <p:spPr>
          <a:xfrm>
            <a:off x="11607292" y="293688"/>
            <a:ext cx="292608" cy="2926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FF000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7A2ECAB-A990-05E8-7F90-AD5E628FE43F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D458CD1-1083-C311-61DC-B73B5981CCBE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45CA5DB-3336-4F40-8ACB-4C84732848B1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CA404315-CE56-3B06-7393-E82FC9BDACFD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C05A253D-D6E9-ADF9-C515-492F2434252F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D844107C-6004-B1CD-1490-B62B260EAD47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AECDA4C-9789-07FE-1F48-5AF47F22AA29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FCFC7229-36AE-4655-EEFF-89D440E38679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FC0B2E28-AA20-5B6C-AE72-2D6BB558CFEB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F233A51-48A4-B89C-5C6F-DFDF556F5803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C74F9271-3631-6865-D2F7-E351D3F925F7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33B5A73-7298-BCB6-4FC2-B66FC2889B5B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4" name="name_2024 sandisk or its affiliates All rights reserved">
            <a:extLst>
              <a:ext uri="{FF2B5EF4-FFF2-40B4-BE49-F238E27FC236}">
                <a16:creationId xmlns:a16="http://schemas.microsoft.com/office/drawing/2014/main" id="{91E9E320-D477-FAA6-B653-2652C50A05BF}"/>
              </a:ext>
            </a:extLst>
          </p:cNvPr>
          <p:cNvSpPr txBox="1"/>
          <p:nvPr userDrawn="1"/>
        </p:nvSpPr>
        <p:spPr>
          <a:xfrm>
            <a:off x="6096000" y="643573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rPr>
              <a:t>©2026 SANDISK CORPORATION OR ITS AFFILIATES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32330295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57EC5504-A4FE-358D-16CC-2AB47CBBF1A3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0" name="Slide Number Placeholder 5">
            <a:extLst>
              <a:ext uri="{FF2B5EF4-FFF2-40B4-BE49-F238E27FC236}">
                <a16:creationId xmlns:a16="http://schemas.microsoft.com/office/drawing/2014/main" id="{7C3FB967-F059-B832-9329-449B18F9D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2040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bg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>
              <a:latin typeface="PP Fraktion Mono" pitchFamily="49" charset="77"/>
            </a:endParaRP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76A3CD95-5E94-5493-1AC6-2262A0D82CF9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92099" y="1600200"/>
            <a:ext cx="11607801" cy="4572000"/>
          </a:xfrm>
          <a:prstGeom prst="rect">
            <a:avLst/>
          </a:prstGeom>
        </p:spPr>
        <p:txBody>
          <a:bodyPr lIns="0" bIns="0">
            <a:noAutofit/>
          </a:bodyPr>
          <a:lstStyle>
            <a:lvl1pPr marL="292608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1pPr>
            <a:lvl2pPr marL="585216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2pPr>
            <a:lvl3pPr marL="877824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3pPr>
            <a:lvl4pPr marL="1170432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4pPr>
            <a:lvl5pPr marL="1463040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4F44B77-C5A1-C494-9BFB-EB17CDA4CCC2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CCC996D1-71B7-72A7-6032-4AA0A32FC339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4C1E13-DBE3-A4BC-F252-4465BF7F2AED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6EAC372B-7725-9E31-9B0D-6433A96793DC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3FF67A0-AE2F-990E-27F7-E9C81F2B3C0D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AF628014-89E0-F9A4-662F-C8354423B061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C2C86CD2-4F4D-C6A9-7142-E1C777C90A35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E0AD7FA-45FE-1405-0EB6-406C8414558B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CB2B4A3-8B6C-7475-644B-7A5E557BF3F9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C099F52-DF08-E095-4332-B4644235F9D4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17E2A5E-8FD6-2E82-E9A2-9A001192DD48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34323E2E-A29C-F82F-F092-D2FFEAEB4C4E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F7A36997-65DD-9532-1913-1D7219A56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099" y="365760"/>
            <a:ext cx="11607801" cy="640080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A7A04BEA-0593-482E-F83E-0FEAA84F8B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099" y="1042415"/>
            <a:ext cx="11607801" cy="384048"/>
          </a:xfrm>
          <a:prstGeom prst="rect">
            <a:avLst/>
          </a:prstGeom>
        </p:spPr>
        <p:txBody>
          <a:bodyPr wrap="none" lIns="0" bIns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000" b="0" spc="0" baseline="0">
                <a:solidFill>
                  <a:schemeClr val="accent1"/>
                </a:solidFill>
                <a:latin typeface="+mj-lt"/>
              </a:defRPr>
            </a:lvl1pPr>
            <a:lvl2pPr marL="274304" indent="0">
              <a:buNone/>
              <a:defRPr/>
            </a:lvl2pPr>
            <a:lvl3pPr marL="914346" indent="0">
              <a:buNone/>
              <a:defRPr/>
            </a:lvl3pPr>
            <a:lvl4pPr marL="1371519" indent="0">
              <a:buNone/>
              <a:defRPr/>
            </a:lvl4pPr>
            <a:lvl5pPr marL="1828693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9" name="name_2024 sandisk or its affiliates All rights reserved">
            <a:extLst>
              <a:ext uri="{FF2B5EF4-FFF2-40B4-BE49-F238E27FC236}">
                <a16:creationId xmlns:a16="http://schemas.microsoft.com/office/drawing/2014/main" id="{B9D5EB40-CD61-8248-6B1B-3199A6B3E67D}"/>
              </a:ext>
            </a:extLst>
          </p:cNvPr>
          <p:cNvSpPr txBox="1"/>
          <p:nvPr userDrawn="1"/>
        </p:nvSpPr>
        <p:spPr>
          <a:xfrm>
            <a:off x="6096000" y="643573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PP Fraktion Mono" pitchFamily="49" charset="77"/>
                <a:cs typeface="Consolas" panose="020B0609020204030204" pitchFamily="49" charset="0"/>
              </a:rPr>
              <a:t>©2026 SANDISK CORPORATION OR ITS AFFILIATES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964804038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Gra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9DB8322-B918-681E-793A-AFE314021B40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E7A9D8A-AA87-3F82-C668-CC6CDC266079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A677187A-6C75-2A23-8318-05DE9913EE2F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E00691B-025E-E1DC-3E99-C7EAD36953D7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1F84499-EFC6-C957-CB2C-D8CFEF93ABD3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7A6A83C5-405D-825A-1897-EFD4E5882913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FDF2FC7-F404-8F1B-AFDF-28D314374476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AE4BA22C-356C-E626-557E-8CBC050A792E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6B502A8-6E11-321A-0F10-40F980E9C9BE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9103140-5C44-612B-7CD8-63C114C33515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403B555-C522-5078-27B1-10160B3345C7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83022858-FA76-60FE-6FBE-30E403926B74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4" name="Title 1">
            <a:extLst>
              <a:ext uri="{FF2B5EF4-FFF2-40B4-BE49-F238E27FC236}">
                <a16:creationId xmlns:a16="http://schemas.microsoft.com/office/drawing/2014/main" id="{3A72C64C-E798-2E76-8937-2877A8053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098" y="365760"/>
            <a:ext cx="11607291" cy="640080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629C00BF-5540-0DB7-CDD1-F2D046742D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099" y="1042415"/>
            <a:ext cx="11607801" cy="384048"/>
          </a:xfrm>
          <a:prstGeom prst="rect">
            <a:avLst/>
          </a:prstGeom>
        </p:spPr>
        <p:txBody>
          <a:bodyPr wrap="none" lIns="0" bIns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000" b="0" spc="0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  <a:lvl2pPr marL="274304" indent="0">
              <a:buNone/>
              <a:defRPr/>
            </a:lvl2pPr>
            <a:lvl3pPr marL="914346" indent="0">
              <a:buNone/>
              <a:defRPr/>
            </a:lvl3pPr>
            <a:lvl4pPr marL="1371519" indent="0">
              <a:buNone/>
              <a:defRPr/>
            </a:lvl4pPr>
            <a:lvl5pPr marL="1828693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71936D5-702E-682A-9AEA-0B0940E9A4F3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0" name="Content Placeholder 8">
            <a:extLst>
              <a:ext uri="{FF2B5EF4-FFF2-40B4-BE49-F238E27FC236}">
                <a16:creationId xmlns:a16="http://schemas.microsoft.com/office/drawing/2014/main" id="{05675490-9492-7CD1-95DD-1A7C2174542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92099" y="1600200"/>
            <a:ext cx="11607801" cy="4572000"/>
          </a:xfrm>
          <a:prstGeom prst="rect">
            <a:avLst/>
          </a:prstGeom>
        </p:spPr>
        <p:txBody>
          <a:bodyPr lIns="0" bIns="0">
            <a:noAutofit/>
          </a:bodyPr>
          <a:lstStyle>
            <a:lvl1pPr marL="292608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1pPr>
            <a:lvl2pPr marL="585216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2pPr>
            <a:lvl3pPr marL="877824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3pPr>
            <a:lvl4pPr marL="1170432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4pPr>
            <a:lvl5pPr marL="1463040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name_2024 sandisk or its affiliates All rights reserved">
            <a:extLst>
              <a:ext uri="{FF2B5EF4-FFF2-40B4-BE49-F238E27FC236}">
                <a16:creationId xmlns:a16="http://schemas.microsoft.com/office/drawing/2014/main" id="{D7094A6B-EC3C-E9BC-22F6-ECE86CC42514}"/>
              </a:ext>
            </a:extLst>
          </p:cNvPr>
          <p:cNvSpPr txBox="1"/>
          <p:nvPr userDrawn="1"/>
        </p:nvSpPr>
        <p:spPr>
          <a:xfrm>
            <a:off x="6096000" y="643573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rPr>
              <a:t>©2026 SANDISK CORPORATION OR ITS AFFILIATES ALL RIGHTS RESERVED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43F63C92-16CF-8110-CF9C-0CD05D4ABF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2040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27425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2F0FF31-B07D-ED98-3D60-0E8842F49DED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F799128-7B9C-8255-5D51-5DD9CC646DCA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F791B30-3B60-6B1D-EE7B-B10138035EF2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619E6ACB-6570-1A4C-D6D0-D4880E84942D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F2F0DBE7-1AA3-1D77-818E-655707A7A4D1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2773F0CB-E558-2654-48D4-37A6121FAB7D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D788DC7D-D83D-D150-FA94-C3825AB73878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A1B8FEB-5047-C266-DED9-9C7C249A117A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A28410E-E52B-0205-2DB2-1186795728CC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50DF4B3-93D1-2890-10D6-A3012E685754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0460BAFC-E4E4-EAA6-70B5-71D6F786DA05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044CEE59-9DC5-3F05-311A-36DA10537F80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4" name="Title 1">
            <a:extLst>
              <a:ext uri="{FF2B5EF4-FFF2-40B4-BE49-F238E27FC236}">
                <a16:creationId xmlns:a16="http://schemas.microsoft.com/office/drawing/2014/main" id="{C4DFF970-9E2C-FEF7-38ED-FDDBF80175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099" y="365760"/>
            <a:ext cx="11607801" cy="640080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61817AE3-6D4F-1951-DB2F-C9FD0AB6045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099" y="1042415"/>
            <a:ext cx="11607801" cy="384048"/>
          </a:xfrm>
          <a:prstGeom prst="rect">
            <a:avLst/>
          </a:prstGeom>
        </p:spPr>
        <p:txBody>
          <a:bodyPr wrap="none" lIns="0" bIns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000" b="0" spc="0" baseline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  <a:lvl2pPr marL="274304" indent="0">
              <a:buNone/>
              <a:defRPr/>
            </a:lvl2pPr>
            <a:lvl3pPr marL="914346" indent="0">
              <a:buNone/>
              <a:defRPr/>
            </a:lvl3pPr>
            <a:lvl4pPr marL="1371519" indent="0">
              <a:buNone/>
              <a:defRPr/>
            </a:lvl4pPr>
            <a:lvl5pPr marL="1828693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43DDDCE-1011-E237-1B5F-5219B04D7505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0" name="Content Placeholder 8">
            <a:extLst>
              <a:ext uri="{FF2B5EF4-FFF2-40B4-BE49-F238E27FC236}">
                <a16:creationId xmlns:a16="http://schemas.microsoft.com/office/drawing/2014/main" id="{70F7847F-B361-D8CC-63C3-57A37D82554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92099" y="1600200"/>
            <a:ext cx="11607801" cy="4572000"/>
          </a:xfrm>
          <a:prstGeom prst="rect">
            <a:avLst/>
          </a:prstGeom>
        </p:spPr>
        <p:txBody>
          <a:bodyPr lIns="0" bIns="0">
            <a:noAutofit/>
          </a:bodyPr>
          <a:lstStyle>
            <a:lvl1pPr marL="292608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1pPr>
            <a:lvl2pPr marL="585216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2pPr>
            <a:lvl3pPr marL="877824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3pPr>
            <a:lvl4pPr marL="1170432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4pPr>
            <a:lvl5pPr marL="1463040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name_2024 sandisk or its affiliates All rights reserved">
            <a:extLst>
              <a:ext uri="{FF2B5EF4-FFF2-40B4-BE49-F238E27FC236}">
                <a16:creationId xmlns:a16="http://schemas.microsoft.com/office/drawing/2014/main" id="{23B53957-C776-3B2E-2296-0215424F448C}"/>
              </a:ext>
            </a:extLst>
          </p:cNvPr>
          <p:cNvSpPr txBox="1"/>
          <p:nvPr userDrawn="1"/>
        </p:nvSpPr>
        <p:spPr>
          <a:xfrm>
            <a:off x="6096000" y="643573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rPr>
              <a:t>©2026 SANDISK CORPORATION OR ITS AFFILIATES ALL RIGHTS RESERVED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ED4E4C99-96D5-1385-C24B-E56E53F9D8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2040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60016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1">
            <a:extLst>
              <a:ext uri="{FF2B5EF4-FFF2-40B4-BE49-F238E27FC236}">
                <a16:creationId xmlns:a16="http://schemas.microsoft.com/office/drawing/2014/main" id="{44B28BD3-18EC-FB95-1877-48A10F09B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365760"/>
            <a:ext cx="11607800" cy="640080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4647B2-3595-A741-1EC4-A09E9488BC24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CEB56B84-5BE3-3D3F-7401-04188DADEF39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CCA0356-9320-B942-6773-B921AB688397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A595F84-C51D-066F-E065-0F6520E2092C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3CE45755-1412-2737-07F6-C06A364D54D6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A60D7546-48E6-2469-1BA2-B844BBF9D957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ED57CB0E-899C-746E-611B-3D1A00857EEA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7CDE551A-6BA3-015B-3833-6BCA61180547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ED82E78D-3819-1F1A-D966-BC3B3F9B3370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AEFE6622-74C6-53C0-15F3-CD6A14815A22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6525B237-3E5C-7EC5-C2F0-E646787E2F33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CE3006BC-623B-0218-1B09-75D08880AA35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08BE3BE6-2545-620F-5B54-B70AD5AF750F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9" name="Content Placeholder 8">
            <a:extLst>
              <a:ext uri="{FF2B5EF4-FFF2-40B4-BE49-F238E27FC236}">
                <a16:creationId xmlns:a16="http://schemas.microsoft.com/office/drawing/2014/main" id="{402A282F-C080-4B95-9D93-6C0221C2F46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92099" y="1600200"/>
            <a:ext cx="11607801" cy="4572000"/>
          </a:xfrm>
          <a:prstGeom prst="rect">
            <a:avLst/>
          </a:prstGeom>
        </p:spPr>
        <p:txBody>
          <a:bodyPr lIns="0" bIns="0">
            <a:noAutofit/>
          </a:bodyPr>
          <a:lstStyle>
            <a:lvl1pPr marL="292608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1pPr>
            <a:lvl2pPr marL="585216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2pPr>
            <a:lvl3pPr marL="877824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3pPr>
            <a:lvl4pPr marL="1170432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4pPr>
            <a:lvl5pPr marL="1463040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name_2024 sandisk or its affiliates All rights reserved">
            <a:extLst>
              <a:ext uri="{FF2B5EF4-FFF2-40B4-BE49-F238E27FC236}">
                <a16:creationId xmlns:a16="http://schemas.microsoft.com/office/drawing/2014/main" id="{380768D7-113C-F5CC-3A25-92D2FD1C0A90}"/>
              </a:ext>
            </a:extLst>
          </p:cNvPr>
          <p:cNvSpPr txBox="1"/>
          <p:nvPr userDrawn="1"/>
        </p:nvSpPr>
        <p:spPr>
          <a:xfrm>
            <a:off x="6096000" y="643573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PP Fraktion Mono" pitchFamily="49" charset="77"/>
                <a:cs typeface="Consolas" panose="020B0609020204030204" pitchFamily="49" charset="0"/>
              </a:rPr>
              <a:t>©2026 SANDISK CORPORATION OR ITS AFFILIATES ALL RIGHTS RESERVED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99C0295-28C5-CEC9-DFA3-87807D7066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2040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bg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>
              <a:latin typeface="PP Fraktion Mono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63168290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Gra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1">
            <a:extLst>
              <a:ext uri="{FF2B5EF4-FFF2-40B4-BE49-F238E27FC236}">
                <a16:creationId xmlns:a16="http://schemas.microsoft.com/office/drawing/2014/main" id="{44B28BD3-18EC-FB95-1877-48A10F09B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365760"/>
            <a:ext cx="11607800" cy="640080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997292F-CF1E-3CD4-CD5B-27D17B02060C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15F0CA2-4CC9-ADEF-4F8F-87D8057851FC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F0C4E8B-F76F-C544-D198-0A70045B8783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42F149E-6873-D283-0DA0-18010F05859D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0F40659-20B1-F441-4897-5A556619185A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EF41CF2C-C479-03FD-A940-AD524158EA44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4A86CF7-AB7B-BE2F-18D8-B07905D46010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C477B0D6-C4D1-A790-B6A0-964722CE8C67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050C485-7816-EC75-A8F0-1E989B63068F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441CEAD-6437-E895-E401-B754FBC2BAE0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F6744FFA-4E92-F613-7AA5-92C01C3B9D6F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54439DC5-B658-774B-2032-D21C7FEAA41B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B57C35AE-61A7-BB1B-B1A0-A6A5B41E1E65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8" name="Content Placeholder 8">
            <a:extLst>
              <a:ext uri="{FF2B5EF4-FFF2-40B4-BE49-F238E27FC236}">
                <a16:creationId xmlns:a16="http://schemas.microsoft.com/office/drawing/2014/main" id="{98395796-33AA-51E3-CE74-B5F0900243A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92099" y="1600200"/>
            <a:ext cx="11607801" cy="4572000"/>
          </a:xfrm>
          <a:prstGeom prst="rect">
            <a:avLst/>
          </a:prstGeom>
        </p:spPr>
        <p:txBody>
          <a:bodyPr lIns="0" bIns="0">
            <a:noAutofit/>
          </a:bodyPr>
          <a:lstStyle>
            <a:lvl1pPr marL="292608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1pPr>
            <a:lvl2pPr marL="585216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2pPr>
            <a:lvl3pPr marL="877824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3pPr>
            <a:lvl4pPr marL="1170432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4pPr>
            <a:lvl5pPr marL="1463040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name_2024 sandisk or its affiliates All rights reserved">
            <a:extLst>
              <a:ext uri="{FF2B5EF4-FFF2-40B4-BE49-F238E27FC236}">
                <a16:creationId xmlns:a16="http://schemas.microsoft.com/office/drawing/2014/main" id="{4D76566B-068E-700E-D892-7750EE1FC695}"/>
              </a:ext>
            </a:extLst>
          </p:cNvPr>
          <p:cNvSpPr txBox="1"/>
          <p:nvPr userDrawn="1"/>
        </p:nvSpPr>
        <p:spPr>
          <a:xfrm>
            <a:off x="6096000" y="643573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rPr>
              <a:t>©2026 SANDISK CORPORATION OR ITS AFFILIATES ALL RIGHTS RESERVED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0140894-6173-23E0-4579-DBC3419DE6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2040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731337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1">
            <a:extLst>
              <a:ext uri="{FF2B5EF4-FFF2-40B4-BE49-F238E27FC236}">
                <a16:creationId xmlns:a16="http://schemas.microsoft.com/office/drawing/2014/main" id="{44B28BD3-18EC-FB95-1877-48A10F09B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365760"/>
            <a:ext cx="11607800" cy="640080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F43665-ADE7-01E8-0170-7FE3F702A28E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697CA37-B9D0-BF99-9E1D-F0FE058DA195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FF59A5B-6547-4923-2DCD-3DEE1DBF56E7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6622E23-4806-0482-605D-D57F8001076F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A7F6BAB7-1CE0-3383-B22D-2451C12477C0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9869B75A-4312-079A-DB76-312B5FF8A041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03CCD0F-6B57-E374-3261-B843A2B9E98C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82B70F33-1D4C-8DC0-1F38-B911C8D81BE7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39FBC49B-A162-7935-10EF-6FBAF8003975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A72D42B-2AF8-6787-0226-B1B0C75ED8F3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8349935-8A31-53C3-F92C-EADE49842785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3FC1670-0286-A12F-DF8D-7F0B38C12572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1EE45B96-414A-F378-EB73-6FCEEED0CE78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8" name="Content Placeholder 8">
            <a:extLst>
              <a:ext uri="{FF2B5EF4-FFF2-40B4-BE49-F238E27FC236}">
                <a16:creationId xmlns:a16="http://schemas.microsoft.com/office/drawing/2014/main" id="{E1D4FC08-8E31-A604-4A57-3FF232DD4FA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92099" y="1600200"/>
            <a:ext cx="11607801" cy="4572000"/>
          </a:xfrm>
          <a:prstGeom prst="rect">
            <a:avLst/>
          </a:prstGeom>
        </p:spPr>
        <p:txBody>
          <a:bodyPr lIns="0" bIns="0">
            <a:noAutofit/>
          </a:bodyPr>
          <a:lstStyle>
            <a:lvl1pPr marL="292608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1pPr>
            <a:lvl2pPr marL="585216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2pPr>
            <a:lvl3pPr marL="877824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3pPr>
            <a:lvl4pPr marL="1170432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4pPr>
            <a:lvl5pPr marL="1463040" indent="-292608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defRPr sz="20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name_2024 sandisk or its affiliates All rights reserved">
            <a:extLst>
              <a:ext uri="{FF2B5EF4-FFF2-40B4-BE49-F238E27FC236}">
                <a16:creationId xmlns:a16="http://schemas.microsoft.com/office/drawing/2014/main" id="{EC245437-4566-B352-E432-CE6A07BAD0C6}"/>
              </a:ext>
            </a:extLst>
          </p:cNvPr>
          <p:cNvSpPr txBox="1"/>
          <p:nvPr userDrawn="1"/>
        </p:nvSpPr>
        <p:spPr>
          <a:xfrm>
            <a:off x="6096000" y="643573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rPr>
              <a:t>©2026 SANDISK CORPORATION OR ITS AFFILIATES ALL RIGHTS RESERVED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EFCFEA0-5BB4-F02C-590E-60CD350AD1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2040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27867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1">
            <a:extLst>
              <a:ext uri="{FF2B5EF4-FFF2-40B4-BE49-F238E27FC236}">
                <a16:creationId xmlns:a16="http://schemas.microsoft.com/office/drawing/2014/main" id="{DC22E9CB-00DB-F8F3-4E25-BF980D8333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099" y="365760"/>
            <a:ext cx="11607801" cy="640080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1" name="Text Placeholder 13">
            <a:extLst>
              <a:ext uri="{FF2B5EF4-FFF2-40B4-BE49-F238E27FC236}">
                <a16:creationId xmlns:a16="http://schemas.microsoft.com/office/drawing/2014/main" id="{958C97A4-E8B0-290A-15E7-CED0301719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099" y="1042415"/>
            <a:ext cx="11607801" cy="384048"/>
          </a:xfrm>
          <a:prstGeom prst="rect">
            <a:avLst/>
          </a:prstGeom>
        </p:spPr>
        <p:txBody>
          <a:bodyPr wrap="none" lIns="0" bIns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000" b="0" spc="0" baseline="0">
                <a:solidFill>
                  <a:schemeClr val="accent1"/>
                </a:solidFill>
                <a:latin typeface="+mj-lt"/>
              </a:defRPr>
            </a:lvl1pPr>
            <a:lvl2pPr marL="274304" indent="0">
              <a:buNone/>
              <a:defRPr/>
            </a:lvl2pPr>
            <a:lvl3pPr marL="914346" indent="0">
              <a:buNone/>
              <a:defRPr/>
            </a:lvl3pPr>
            <a:lvl4pPr marL="1371519" indent="0">
              <a:buNone/>
              <a:defRPr/>
            </a:lvl4pPr>
            <a:lvl5pPr marL="1828693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6EE3D5D-5564-276A-F946-9C889AE6DC05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88A85A7E-F460-1F7E-16E3-2759A2BCF211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FE2AAA60-E5A9-2903-6149-D4823B3D04D7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81679E5-E8BE-FC00-512F-C377F77A70D0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308F59A-B699-AB3E-CF97-5EF299ECC0A1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9954F61-7834-C29E-6112-788A0F461E59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CB30C72-CD21-56E2-7058-306294D997F0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8A0F8160-C1DB-CC8A-E39C-FE00E705DBF0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83695381-7278-5305-A523-B7EAE6B9582B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9303C80-5A5C-92C6-4960-E066E5DA9F6B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F1929CF-D5C2-9070-55B0-3C7531FDD463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32FF1998-5937-9DFC-DA03-C6C693287226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1A12CBE4-3356-D233-C1C6-57028888BA46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name_2024 sandisk or its affiliates All rights reserved">
            <a:extLst>
              <a:ext uri="{FF2B5EF4-FFF2-40B4-BE49-F238E27FC236}">
                <a16:creationId xmlns:a16="http://schemas.microsoft.com/office/drawing/2014/main" id="{B091AB03-CD34-F6ED-E94A-2F20826BE452}"/>
              </a:ext>
            </a:extLst>
          </p:cNvPr>
          <p:cNvSpPr txBox="1"/>
          <p:nvPr userDrawn="1"/>
        </p:nvSpPr>
        <p:spPr>
          <a:xfrm>
            <a:off x="6096000" y="643573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PP Fraktion Mono" pitchFamily="49" charset="77"/>
                <a:cs typeface="Consolas" panose="020B0609020204030204" pitchFamily="49" charset="0"/>
              </a:rPr>
              <a:t>©2026 SANDISK CORPORATION OR ITS AFFILIATES ALL RIGHTS RESERVED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AC4D43F-5DAD-07F5-045C-9F805486EB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2040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bg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>
              <a:latin typeface="PP Fraktion Mono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95390453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Gra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1">
            <a:extLst>
              <a:ext uri="{FF2B5EF4-FFF2-40B4-BE49-F238E27FC236}">
                <a16:creationId xmlns:a16="http://schemas.microsoft.com/office/drawing/2014/main" id="{DC22E9CB-00DB-F8F3-4E25-BF980D8333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098" y="365760"/>
            <a:ext cx="11607801" cy="640080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1" name="Text Placeholder 13">
            <a:extLst>
              <a:ext uri="{FF2B5EF4-FFF2-40B4-BE49-F238E27FC236}">
                <a16:creationId xmlns:a16="http://schemas.microsoft.com/office/drawing/2014/main" id="{958C97A4-E8B0-290A-15E7-CED0301719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099" y="1042415"/>
            <a:ext cx="11608311" cy="384048"/>
          </a:xfrm>
          <a:prstGeom prst="rect">
            <a:avLst/>
          </a:prstGeom>
        </p:spPr>
        <p:txBody>
          <a:bodyPr wrap="none" lIns="0" bIns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000" b="0" spc="0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  <a:lvl2pPr marL="274304" indent="0">
              <a:buNone/>
              <a:defRPr/>
            </a:lvl2pPr>
            <a:lvl3pPr marL="914346" indent="0">
              <a:buNone/>
              <a:defRPr/>
            </a:lvl3pPr>
            <a:lvl4pPr marL="1371519" indent="0">
              <a:buNone/>
              <a:defRPr/>
            </a:lvl4pPr>
            <a:lvl5pPr marL="1828693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6B2361C-1FF1-AEB6-6713-E0281B36B064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B9EE28EB-F6F1-36C1-2B7E-8D95ED05FB19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B4C1E28-F21E-4009-364A-DE62868FCC6C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07B6AB7-06DE-2432-5F21-63EE86265FC7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44C2123-F401-DA5E-2E1B-BC06F75AF327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3A91731-E5A9-3219-EC9D-A11740DE7B2F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F72D44-45C2-4750-6FAC-C96D33746180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F18C05A-E7A3-39BB-6B14-7375C0AB406B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25E9975-A4AD-1ED7-ED3A-27B284DF66EA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3740024-9CAF-9332-202F-21692E9002CC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743AB835-9015-A043-665E-B4CB3DCA0125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E99A9EB5-C5F9-B01B-DB12-5EB220293892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CFCF90C0-B53F-05D6-27F6-03EEBAF2E63F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name_2024 sandisk or its affiliates All rights reserved">
            <a:extLst>
              <a:ext uri="{FF2B5EF4-FFF2-40B4-BE49-F238E27FC236}">
                <a16:creationId xmlns:a16="http://schemas.microsoft.com/office/drawing/2014/main" id="{EFB7E259-29AA-7915-3D20-844FFDC85A87}"/>
              </a:ext>
            </a:extLst>
          </p:cNvPr>
          <p:cNvSpPr txBox="1"/>
          <p:nvPr userDrawn="1"/>
        </p:nvSpPr>
        <p:spPr>
          <a:xfrm>
            <a:off x="6096000" y="643573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rPr>
              <a:t>©2026 SANDISK CORPORATION OR ITS AFFILIATES ALL RIGHTS RESERVED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7217876-4968-DE59-0DED-C26C178DDE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2040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708453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1">
            <a:extLst>
              <a:ext uri="{FF2B5EF4-FFF2-40B4-BE49-F238E27FC236}">
                <a16:creationId xmlns:a16="http://schemas.microsoft.com/office/drawing/2014/main" id="{DC22E9CB-00DB-F8F3-4E25-BF980D8333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099" y="365760"/>
            <a:ext cx="11607801" cy="640080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1" name="Text Placeholder 13">
            <a:extLst>
              <a:ext uri="{FF2B5EF4-FFF2-40B4-BE49-F238E27FC236}">
                <a16:creationId xmlns:a16="http://schemas.microsoft.com/office/drawing/2014/main" id="{958C97A4-E8B0-290A-15E7-CED0301719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099" y="1042415"/>
            <a:ext cx="11607801" cy="384048"/>
          </a:xfrm>
          <a:prstGeom prst="rect">
            <a:avLst/>
          </a:prstGeom>
        </p:spPr>
        <p:txBody>
          <a:bodyPr wrap="none" lIns="0" bIns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000" b="0" spc="0" baseline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  <a:lvl2pPr marL="274304" indent="0">
              <a:buNone/>
              <a:defRPr/>
            </a:lvl2pPr>
            <a:lvl3pPr marL="914346" indent="0">
              <a:buNone/>
              <a:defRPr/>
            </a:lvl3pPr>
            <a:lvl4pPr marL="1371519" indent="0">
              <a:buNone/>
              <a:defRPr/>
            </a:lvl4pPr>
            <a:lvl5pPr marL="1828693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BA640EA-9B40-3BEC-FE96-3C5E85AFA20F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33CE88C-9F15-6B6E-D642-E88B5A5FA738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1EF5B5C-ED2F-6102-6EB7-CEEE9D03EEEB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25DA8C4-BD9E-7093-4D00-C226C34B9A15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3A35920-5BE9-0EEB-2932-7B8A60BF23FD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DCC467F-79EF-99F0-0BA6-99DF0BF0CED0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412588D-3E04-0183-9916-AC7A460A87E4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D02A2C69-23CD-0B4F-1282-5B5C05F9B7B1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82F7100C-ED57-D482-2C29-3A73DD5516B2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EA1A0846-AB2E-5352-6E4A-CDB4C0660200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2BDD6B2-45C9-1C85-564A-1A1E07443A4D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FE7D8272-799E-EECA-29EC-2F2D61E6D10B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7E6667A2-32FE-537D-7753-A0E6BFCABFF9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name_2024 sandisk or its affiliates All rights reserved">
            <a:extLst>
              <a:ext uri="{FF2B5EF4-FFF2-40B4-BE49-F238E27FC236}">
                <a16:creationId xmlns:a16="http://schemas.microsoft.com/office/drawing/2014/main" id="{0E7BE680-1EA0-0ABE-9637-12B2358FF976}"/>
              </a:ext>
            </a:extLst>
          </p:cNvPr>
          <p:cNvSpPr txBox="1"/>
          <p:nvPr userDrawn="1"/>
        </p:nvSpPr>
        <p:spPr>
          <a:xfrm>
            <a:off x="6096000" y="643573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rPr>
              <a:t>©2026 SANDISK CORPORATION OR ITS AFFILIATES ALL RIGHTS RESERVED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F711483-965A-7F89-1969-73097C125A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2040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049522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62239A96-4E89-32CE-B159-D2D7803736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365760"/>
            <a:ext cx="11607800" cy="640080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4F35CF-6B39-916F-A9C2-CDB74BB1B774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0411C25-D090-D0B2-F12F-22B74FC7BF48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93FFAF4C-85A9-20F2-2147-D51823291C6F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CF1428A7-2EFE-9248-2527-67C887F1A14D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0A0A5F-B898-7474-4E1B-F982699C6B65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4C08D48-6ADF-0478-4FD8-285B14571158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B516320-324E-D2BF-4324-B5C57EC5247D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9EA04773-863C-996F-24B6-DDA959717712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E69647E-A7E5-5FEA-1387-7BDE955235D0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606CDCC5-8E11-E5AF-1221-1142F287EFC6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47CEBA78-6D0C-2B8B-290A-9082FB900EA5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A678A48-94C4-0442-B88E-F437670FBFD8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AB2E12A4-8161-676E-B0BC-CD336BCD436E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name_2024 sandisk or its affiliates All rights reserved">
            <a:extLst>
              <a:ext uri="{FF2B5EF4-FFF2-40B4-BE49-F238E27FC236}">
                <a16:creationId xmlns:a16="http://schemas.microsoft.com/office/drawing/2014/main" id="{BA5ECC8E-CF49-977B-76CA-8F879E7CB071}"/>
              </a:ext>
            </a:extLst>
          </p:cNvPr>
          <p:cNvSpPr txBox="1"/>
          <p:nvPr userDrawn="1"/>
        </p:nvSpPr>
        <p:spPr>
          <a:xfrm>
            <a:off x="6096000" y="643573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PP Fraktion Mono" pitchFamily="49" charset="77"/>
                <a:cs typeface="Consolas" panose="020B0609020204030204" pitchFamily="49" charset="0"/>
              </a:rPr>
              <a:t>©2026 SANDISK CORPORATION OR ITS AFFILIATES ALL RIGHTS RESERVED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837298C-B76E-E337-A140-02E1DE2A3C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2040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bg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>
              <a:latin typeface="PP Fraktion Mono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42404090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Gra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62239A96-4E89-32CE-B159-D2D7803736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365760"/>
            <a:ext cx="11607800" cy="640080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E76FBDE-17D0-4DA3-A8FB-9D9B252458B2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4ACE6E5F-2549-F335-1306-68261507B180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35212BCC-AD18-02BB-8B33-B2194EA20DAF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643817C-95E5-D4D0-D54C-6AE3A82850D8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7300BA43-134C-DBA1-5272-99BAB06FF14A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EBD5B91B-0CE6-0C22-DF37-D38902F5BE82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D10FAD8-C83B-8723-1D36-1C855F85F30B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EF43D845-BFD3-5105-A206-71E806A63698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A35DCF02-48D8-2DC2-CB99-DE8C34C91439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4E8843F8-5643-AA25-1221-68D578117320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91427FBE-6FF2-E92A-973F-0A76280150DA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6E9A3582-36D4-3DB2-7408-DEC61231181B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3A21EAF7-0FA9-C747-FADE-EB9909F140A5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name_2024 sandisk or its affiliates All rights reserved">
            <a:extLst>
              <a:ext uri="{FF2B5EF4-FFF2-40B4-BE49-F238E27FC236}">
                <a16:creationId xmlns:a16="http://schemas.microsoft.com/office/drawing/2014/main" id="{88A06E23-B15D-8DFD-66C1-D36D3442B8E2}"/>
              </a:ext>
            </a:extLst>
          </p:cNvPr>
          <p:cNvSpPr txBox="1"/>
          <p:nvPr userDrawn="1"/>
        </p:nvSpPr>
        <p:spPr>
          <a:xfrm>
            <a:off x="6096000" y="643573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rPr>
              <a:t>©2026 SANDISK CORPORATION OR ITS AFFILIATES ALL RIGHTS RESERVED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BA91E0E-6FDB-1944-9F87-C0A135F0D4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2040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119319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62239A96-4E89-32CE-B159-D2D7803736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2100" y="365760"/>
            <a:ext cx="11607800" cy="640080"/>
          </a:xfrm>
          <a:prstGeom prst="rect">
            <a:avLst/>
          </a:prstGeom>
        </p:spPr>
        <p:txBody>
          <a:bodyPr wrap="square" lIns="0" anchor="b">
            <a:noAutofit/>
          </a:bodyPr>
          <a:lstStyle>
            <a:lvl1pPr>
              <a:lnSpc>
                <a:spcPct val="100000"/>
              </a:lnSpc>
              <a:defRPr sz="3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F0406A0-E371-CCA0-0E3C-011931EE09EC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64245B2-0CB5-7B8B-CC15-AE5BA4296F27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2FF7457D-84BE-C4EA-EC45-E88013B6E66B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A08D193-7FD6-1CBA-BC5D-3B74B7BCBF16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7EB08EFB-08ED-E974-2DAA-2DEC28F0E39B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ED1BC95-58DF-138C-CDA1-26DFC53D4DCF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10BDCFD7-3FBF-9E3E-E741-AA0496901016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3FA7BB8-3B27-1071-F195-CFD17D443085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4BAE674E-096B-E0A5-B7C3-120F887949EF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302645B4-5800-7AAB-AC5A-09ED8D6FF050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DC99294D-BF32-6EAD-73D3-0606521CE43C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B214E987-5A69-8703-F571-5E68DF37A9D6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1FF71922-37DB-D48B-0C10-D21700C2ED8E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name_2024 sandisk or its affiliates All rights reserved">
            <a:extLst>
              <a:ext uri="{FF2B5EF4-FFF2-40B4-BE49-F238E27FC236}">
                <a16:creationId xmlns:a16="http://schemas.microsoft.com/office/drawing/2014/main" id="{92BFDC75-7F9B-9691-E7E8-5E2D4030B8B4}"/>
              </a:ext>
            </a:extLst>
          </p:cNvPr>
          <p:cNvSpPr txBox="1"/>
          <p:nvPr userDrawn="1"/>
        </p:nvSpPr>
        <p:spPr>
          <a:xfrm>
            <a:off x="6096000" y="643573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rPr>
              <a:t>©2026 SANDISK CORPORATION OR ITS AFFILIATES ALL RIGHTS RESERVED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304188E-5391-AA3F-0322-A9711AF01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2040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9526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551DE8E8-DED1-1D29-3F20-99D6DF25CAF6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57E56DC0-31DB-A07E-9417-7BD33DD9F470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95685BBB-0254-E69E-5D07-AD1621E30874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CF020F4D-A232-EAB3-613A-D6528C5D6DB8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C835825-62DB-79DC-84B5-AF013BCBBA82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1EBDEF4D-90B4-ECF7-E20C-B40CD532D704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F9463C2-B66A-BDEE-7F76-534FFA69D139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3FDF4D4A-BBD5-D4D0-4D13-878A7CC67720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4CFF5657-4BE2-F62A-7761-118F0B7C39FF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F191E492-027A-F9BF-82DA-B57CDDE7381E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9E572BC9-4326-44EB-5022-A00E8D09A174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442AC51-7D65-93EB-6DF0-9ECAE1EDAEF4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255FAC2B-9831-FC3C-95E2-F09B96BD8117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name_2024 sandisk or its affiliates All rights reserved">
            <a:extLst>
              <a:ext uri="{FF2B5EF4-FFF2-40B4-BE49-F238E27FC236}">
                <a16:creationId xmlns:a16="http://schemas.microsoft.com/office/drawing/2014/main" id="{058674BE-2E86-E747-E730-774AB67504B1}"/>
              </a:ext>
            </a:extLst>
          </p:cNvPr>
          <p:cNvSpPr txBox="1"/>
          <p:nvPr userDrawn="1"/>
        </p:nvSpPr>
        <p:spPr>
          <a:xfrm>
            <a:off x="6096000" y="643573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bg1"/>
                </a:solidFill>
                <a:latin typeface="PP Fraktion Mono" pitchFamily="49" charset="77"/>
                <a:cs typeface="Consolas" panose="020B0609020204030204" pitchFamily="49" charset="0"/>
              </a:rPr>
              <a:t>©2026 SANDISK CORPORATION OR ITS AFFILIATES ALL RIGHTS RESERVED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EAA4773-91C3-2982-FD9D-D1F592F74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2040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bg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>
              <a:latin typeface="PP Fraktion Mono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43558964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Gra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97D006E4-331A-0157-CE42-E8ACDAEB4FCB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34DA491E-AD65-B9A0-CD50-F8528A6520CC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D9F07DA-F249-64FB-3CF8-93864734AAC8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8F3FBA1-35AC-726D-6399-D908CB19A526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EC263DFF-B678-4483-215A-364A853D122D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321DD9C-27B2-F842-273D-04B417B33B13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30CB79-03B3-FA26-2774-39F0E3051120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C3E833F1-00BE-A879-3571-9D72200A00F5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BC0B124E-9DD4-E41C-FA9F-B3884179147A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839A85B-EE68-41D2-0824-DE62976A2DA4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625E85A-99B8-5418-4AF2-4F9622A2121F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36B1124B-77F5-46A8-F91E-C5D44DF136D9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9C13D9AC-744A-467B-F85A-B6559BF714F7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name_2024 sandisk or its affiliates All rights reserved">
            <a:extLst>
              <a:ext uri="{FF2B5EF4-FFF2-40B4-BE49-F238E27FC236}">
                <a16:creationId xmlns:a16="http://schemas.microsoft.com/office/drawing/2014/main" id="{68FF402B-F137-72E5-737F-EEDF2652A009}"/>
              </a:ext>
            </a:extLst>
          </p:cNvPr>
          <p:cNvSpPr txBox="1"/>
          <p:nvPr userDrawn="1"/>
        </p:nvSpPr>
        <p:spPr>
          <a:xfrm>
            <a:off x="6096000" y="643573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rPr>
              <a:t>©2026 SANDISK CORPORATION OR ITS AFFILIATES ALL RIGHTS RESERVED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72ECC9F-049C-753D-6FCB-0E02FFE82C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2040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548459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B9D2557-6FDA-6735-D425-659ED0A5AF90}"/>
              </a:ext>
            </a:extLst>
          </p:cNvPr>
          <p:cNvGrpSpPr>
            <a:grpSpLocks noChangeAspect="1"/>
          </p:cNvGrpSpPr>
          <p:nvPr/>
        </p:nvGrpSpPr>
        <p:grpSpPr>
          <a:xfrm>
            <a:off x="297027" y="6344485"/>
            <a:ext cx="2240280" cy="218081"/>
            <a:chOff x="8480170" y="7684742"/>
            <a:chExt cx="1031076" cy="102566"/>
          </a:xfrm>
          <a:solidFill>
            <a:schemeClr val="accent3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896512B5-8467-2E68-7FDB-AF04DD02FCBD}"/>
                </a:ext>
              </a:extLst>
            </p:cNvPr>
            <p:cNvSpPr/>
            <p:nvPr/>
          </p:nvSpPr>
          <p:spPr>
            <a:xfrm>
              <a:off x="8788109" y="7684742"/>
              <a:ext cx="128019" cy="102565"/>
            </a:xfrm>
            <a:custGeom>
              <a:avLst/>
              <a:gdLst>
                <a:gd name="connsiteX0" fmla="*/ 102070 w 128019"/>
                <a:gd name="connsiteY0" fmla="*/ 70104 h 102565"/>
                <a:gd name="connsiteX1" fmla="*/ 96188 w 128019"/>
                <a:gd name="connsiteY1" fmla="*/ 77011 h 102565"/>
                <a:gd name="connsiteX2" fmla="*/ 89268 w 128019"/>
                <a:gd name="connsiteY2" fmla="*/ 72521 h 102565"/>
                <a:gd name="connsiteX3" fmla="*/ 65740 w 128019"/>
                <a:gd name="connsiteY3" fmla="*/ 8288 h 102565"/>
                <a:gd name="connsiteX4" fmla="*/ 54668 w 128019"/>
                <a:gd name="connsiteY4" fmla="*/ 0 h 102565"/>
                <a:gd name="connsiteX5" fmla="*/ 0 w 128019"/>
                <a:gd name="connsiteY5" fmla="*/ 0 h 102565"/>
                <a:gd name="connsiteX6" fmla="*/ 0 w 128019"/>
                <a:gd name="connsiteY6" fmla="*/ 102221 h 102565"/>
                <a:gd name="connsiteX7" fmla="*/ 40136 w 128019"/>
                <a:gd name="connsiteY7" fmla="*/ 102221 h 102565"/>
                <a:gd name="connsiteX8" fmla="*/ 40136 w 128019"/>
                <a:gd name="connsiteY8" fmla="*/ 76665 h 102565"/>
                <a:gd name="connsiteX9" fmla="*/ 32870 w 128019"/>
                <a:gd name="connsiteY9" fmla="*/ 76665 h 102565"/>
                <a:gd name="connsiteX10" fmla="*/ 25604 w 128019"/>
                <a:gd name="connsiteY10" fmla="*/ 67687 h 102565"/>
                <a:gd name="connsiteX11" fmla="*/ 25604 w 128019"/>
                <a:gd name="connsiteY11" fmla="*/ 36951 h 102565"/>
                <a:gd name="connsiteX12" fmla="*/ 39790 w 128019"/>
                <a:gd name="connsiteY12" fmla="*/ 26591 h 102565"/>
                <a:gd name="connsiteX13" fmla="*/ 45672 w 128019"/>
                <a:gd name="connsiteY13" fmla="*/ 32807 h 102565"/>
                <a:gd name="connsiteX14" fmla="*/ 64356 w 128019"/>
                <a:gd name="connsiteY14" fmla="*/ 81500 h 102565"/>
                <a:gd name="connsiteX15" fmla="*/ 95150 w 128019"/>
                <a:gd name="connsiteY15" fmla="*/ 102566 h 102565"/>
                <a:gd name="connsiteX16" fmla="*/ 95842 w 128019"/>
                <a:gd name="connsiteY16" fmla="*/ 102566 h 102565"/>
                <a:gd name="connsiteX17" fmla="*/ 128020 w 128019"/>
                <a:gd name="connsiteY17" fmla="*/ 70795 h 102565"/>
                <a:gd name="connsiteX18" fmla="*/ 128020 w 128019"/>
                <a:gd name="connsiteY18" fmla="*/ 345 h 102565"/>
                <a:gd name="connsiteX19" fmla="*/ 102416 w 128019"/>
                <a:gd name="connsiteY19" fmla="*/ 345 h 102565"/>
                <a:gd name="connsiteX20" fmla="*/ 102416 w 128019"/>
                <a:gd name="connsiteY20" fmla="*/ 70104 h 102565"/>
                <a:gd name="connsiteX21" fmla="*/ 102416 w 128019"/>
                <a:gd name="connsiteY21" fmla="*/ 70104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8019" h="102565">
                  <a:moveTo>
                    <a:pt x="102070" y="70104"/>
                  </a:moveTo>
                  <a:cubicBezTo>
                    <a:pt x="102070" y="73557"/>
                    <a:pt x="99648" y="76665"/>
                    <a:pt x="96188" y="77011"/>
                  </a:cubicBezTo>
                  <a:cubicBezTo>
                    <a:pt x="93074" y="77356"/>
                    <a:pt x="90306" y="75629"/>
                    <a:pt x="89268" y="72521"/>
                  </a:cubicBezTo>
                  <a:lnTo>
                    <a:pt x="65740" y="8288"/>
                  </a:lnTo>
                  <a:cubicBezTo>
                    <a:pt x="64010" y="3108"/>
                    <a:pt x="59858" y="0"/>
                    <a:pt x="54668" y="0"/>
                  </a:cubicBezTo>
                  <a:lnTo>
                    <a:pt x="0" y="0"/>
                  </a:lnTo>
                  <a:lnTo>
                    <a:pt x="0" y="102221"/>
                  </a:lnTo>
                  <a:lnTo>
                    <a:pt x="40136" y="102221"/>
                  </a:lnTo>
                  <a:lnTo>
                    <a:pt x="40136" y="76665"/>
                  </a:lnTo>
                  <a:lnTo>
                    <a:pt x="32870" y="76665"/>
                  </a:lnTo>
                  <a:cubicBezTo>
                    <a:pt x="28026" y="76665"/>
                    <a:pt x="25604" y="72521"/>
                    <a:pt x="25604" y="67687"/>
                  </a:cubicBezTo>
                  <a:lnTo>
                    <a:pt x="25604" y="36951"/>
                  </a:lnTo>
                  <a:cubicBezTo>
                    <a:pt x="25604" y="29354"/>
                    <a:pt x="32870" y="23828"/>
                    <a:pt x="39790" y="26591"/>
                  </a:cubicBezTo>
                  <a:cubicBezTo>
                    <a:pt x="42212" y="27627"/>
                    <a:pt x="44634" y="30045"/>
                    <a:pt x="45672" y="32807"/>
                  </a:cubicBezTo>
                  <a:lnTo>
                    <a:pt x="64356" y="81500"/>
                  </a:lnTo>
                  <a:cubicBezTo>
                    <a:pt x="69200" y="94278"/>
                    <a:pt x="81310" y="102566"/>
                    <a:pt x="95150" y="102566"/>
                  </a:cubicBezTo>
                  <a:lnTo>
                    <a:pt x="95842" y="102566"/>
                  </a:lnTo>
                  <a:cubicBezTo>
                    <a:pt x="113488" y="102566"/>
                    <a:pt x="128020" y="88407"/>
                    <a:pt x="128020" y="70795"/>
                  </a:cubicBezTo>
                  <a:lnTo>
                    <a:pt x="128020" y="345"/>
                  </a:lnTo>
                  <a:lnTo>
                    <a:pt x="102416" y="345"/>
                  </a:lnTo>
                  <a:lnTo>
                    <a:pt x="102416" y="70104"/>
                  </a:lnTo>
                  <a:lnTo>
                    <a:pt x="102416" y="70104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71E5AAF1-EF2B-9739-5D9B-B645FE80D891}"/>
                </a:ext>
              </a:extLst>
            </p:cNvPr>
            <p:cNvSpPr/>
            <p:nvPr/>
          </p:nvSpPr>
          <p:spPr>
            <a:xfrm>
              <a:off x="8941733" y="7685087"/>
              <a:ext cx="128019" cy="102220"/>
            </a:xfrm>
            <a:custGeom>
              <a:avLst/>
              <a:gdLst>
                <a:gd name="connsiteX0" fmla="*/ 76812 w 128019"/>
                <a:gd name="connsiteY0" fmla="*/ 0 h 102220"/>
                <a:gd name="connsiteX1" fmla="*/ 0 w 128019"/>
                <a:gd name="connsiteY1" fmla="*/ 0 h 102220"/>
                <a:gd name="connsiteX2" fmla="*/ 0 w 128019"/>
                <a:gd name="connsiteY2" fmla="*/ 25555 h 102220"/>
                <a:gd name="connsiteX3" fmla="*/ 76812 w 128019"/>
                <a:gd name="connsiteY3" fmla="*/ 25555 h 102220"/>
                <a:gd name="connsiteX4" fmla="*/ 102416 w 128019"/>
                <a:gd name="connsiteY4" fmla="*/ 51110 h 102220"/>
                <a:gd name="connsiteX5" fmla="*/ 76812 w 128019"/>
                <a:gd name="connsiteY5" fmla="*/ 76665 h 102220"/>
                <a:gd name="connsiteX6" fmla="*/ 0 w 128019"/>
                <a:gd name="connsiteY6" fmla="*/ 76665 h 102220"/>
                <a:gd name="connsiteX7" fmla="*/ 0 w 128019"/>
                <a:gd name="connsiteY7" fmla="*/ 102221 h 102220"/>
                <a:gd name="connsiteX8" fmla="*/ 76812 w 128019"/>
                <a:gd name="connsiteY8" fmla="*/ 102221 h 102220"/>
                <a:gd name="connsiteX9" fmla="*/ 121792 w 128019"/>
                <a:gd name="connsiteY9" fmla="*/ 75629 h 102220"/>
                <a:gd name="connsiteX10" fmla="*/ 128020 w 128019"/>
                <a:gd name="connsiteY10" fmla="*/ 51110 h 102220"/>
                <a:gd name="connsiteX11" fmla="*/ 121792 w 128019"/>
                <a:gd name="connsiteY11" fmla="*/ 26591 h 102220"/>
                <a:gd name="connsiteX12" fmla="*/ 76812 w 128019"/>
                <a:gd name="connsiteY12" fmla="*/ 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8019" h="102220">
                  <a:moveTo>
                    <a:pt x="76812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76812" y="25555"/>
                  </a:lnTo>
                  <a:cubicBezTo>
                    <a:pt x="90306" y="25555"/>
                    <a:pt x="102416" y="37297"/>
                    <a:pt x="102416" y="51110"/>
                  </a:cubicBezTo>
                  <a:cubicBezTo>
                    <a:pt x="102416" y="64924"/>
                    <a:pt x="90652" y="76665"/>
                    <a:pt x="76812" y="76665"/>
                  </a:cubicBezTo>
                  <a:lnTo>
                    <a:pt x="0" y="76665"/>
                  </a:lnTo>
                  <a:lnTo>
                    <a:pt x="0" y="102221"/>
                  </a:lnTo>
                  <a:lnTo>
                    <a:pt x="76812" y="102221"/>
                  </a:lnTo>
                  <a:cubicBezTo>
                    <a:pt x="96188" y="102221"/>
                    <a:pt x="113142" y="91515"/>
                    <a:pt x="121792" y="75629"/>
                  </a:cubicBezTo>
                  <a:cubicBezTo>
                    <a:pt x="125598" y="68377"/>
                    <a:pt x="128020" y="59744"/>
                    <a:pt x="128020" y="51110"/>
                  </a:cubicBezTo>
                  <a:cubicBezTo>
                    <a:pt x="128020" y="42477"/>
                    <a:pt x="125598" y="33843"/>
                    <a:pt x="121792" y="26591"/>
                  </a:cubicBezTo>
                  <a:cubicBezTo>
                    <a:pt x="113142" y="10706"/>
                    <a:pt x="96188" y="0"/>
                    <a:pt x="76812" y="0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5B551F8-CC41-C192-AEEB-E8BC63C57202}"/>
                </a:ext>
              </a:extLst>
            </p:cNvPr>
            <p:cNvSpPr/>
            <p:nvPr/>
          </p:nvSpPr>
          <p:spPr>
            <a:xfrm>
              <a:off x="9080478" y="7685087"/>
              <a:ext cx="40481" cy="102220"/>
            </a:xfrm>
            <a:custGeom>
              <a:avLst/>
              <a:gdLst>
                <a:gd name="connsiteX0" fmla="*/ 5190 w 40481"/>
                <a:gd name="connsiteY0" fmla="*/ 25555 h 102220"/>
                <a:gd name="connsiteX1" fmla="*/ 7266 w 40481"/>
                <a:gd name="connsiteY1" fmla="*/ 25555 h 102220"/>
                <a:gd name="connsiteX2" fmla="*/ 14878 w 40481"/>
                <a:gd name="connsiteY2" fmla="*/ 35225 h 102220"/>
                <a:gd name="connsiteX3" fmla="*/ 14878 w 40481"/>
                <a:gd name="connsiteY3" fmla="*/ 102221 h 102220"/>
                <a:gd name="connsiteX4" fmla="*/ 40482 w 40481"/>
                <a:gd name="connsiteY4" fmla="*/ 102221 h 102220"/>
                <a:gd name="connsiteX5" fmla="*/ 40482 w 40481"/>
                <a:gd name="connsiteY5" fmla="*/ 0 h 102220"/>
                <a:gd name="connsiteX6" fmla="*/ 0 w 40481"/>
                <a:gd name="connsiteY6" fmla="*/ 0 h 102220"/>
                <a:gd name="connsiteX7" fmla="*/ 0 w 40481"/>
                <a:gd name="connsiteY7" fmla="*/ 25555 h 102220"/>
                <a:gd name="connsiteX8" fmla="*/ 5536 w 40481"/>
                <a:gd name="connsiteY8" fmla="*/ 25555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" h="102220">
                  <a:moveTo>
                    <a:pt x="5190" y="25555"/>
                  </a:moveTo>
                  <a:cubicBezTo>
                    <a:pt x="5882" y="25555"/>
                    <a:pt x="6574" y="25555"/>
                    <a:pt x="7266" y="25555"/>
                  </a:cubicBezTo>
                  <a:cubicBezTo>
                    <a:pt x="12110" y="26246"/>
                    <a:pt x="14878" y="30045"/>
                    <a:pt x="14878" y="35225"/>
                  </a:cubicBezTo>
                  <a:lnTo>
                    <a:pt x="14878" y="102221"/>
                  </a:lnTo>
                  <a:lnTo>
                    <a:pt x="40482" y="102221"/>
                  </a:lnTo>
                  <a:lnTo>
                    <a:pt x="40482" y="0"/>
                  </a:lnTo>
                  <a:lnTo>
                    <a:pt x="0" y="0"/>
                  </a:lnTo>
                  <a:lnTo>
                    <a:pt x="0" y="25555"/>
                  </a:lnTo>
                  <a:lnTo>
                    <a:pt x="5536" y="2555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B1AA28DA-2E95-0179-9970-C56E7335AC4C}"/>
                </a:ext>
              </a:extLst>
            </p:cNvPr>
            <p:cNvSpPr/>
            <p:nvPr/>
          </p:nvSpPr>
          <p:spPr>
            <a:xfrm>
              <a:off x="9146218" y="7685087"/>
              <a:ext cx="128365" cy="102220"/>
            </a:xfrm>
            <a:custGeom>
              <a:avLst/>
              <a:gdLst>
                <a:gd name="connsiteX0" fmla="*/ 128365 w 128365"/>
                <a:gd name="connsiteY0" fmla="*/ 81846 h 102220"/>
                <a:gd name="connsiteX1" fmla="*/ 128365 w 128365"/>
                <a:gd name="connsiteY1" fmla="*/ 102221 h 102220"/>
                <a:gd name="connsiteX2" fmla="*/ 19722 w 128365"/>
                <a:gd name="connsiteY2" fmla="*/ 60780 h 102220"/>
                <a:gd name="connsiteX3" fmla="*/ 0 w 128365"/>
                <a:gd name="connsiteY3" fmla="*/ 30735 h 102220"/>
                <a:gd name="connsiteX4" fmla="*/ 31140 w 128365"/>
                <a:gd name="connsiteY4" fmla="*/ 0 h 102220"/>
                <a:gd name="connsiteX5" fmla="*/ 128020 w 128365"/>
                <a:gd name="connsiteY5" fmla="*/ 0 h 102220"/>
                <a:gd name="connsiteX6" fmla="*/ 128020 w 128365"/>
                <a:gd name="connsiteY6" fmla="*/ 40059 h 102220"/>
                <a:gd name="connsiteX7" fmla="*/ 102416 w 128365"/>
                <a:gd name="connsiteY7" fmla="*/ 40059 h 102220"/>
                <a:gd name="connsiteX8" fmla="*/ 102416 w 128365"/>
                <a:gd name="connsiteY8" fmla="*/ 32807 h 102220"/>
                <a:gd name="connsiteX9" fmla="*/ 94458 w 128365"/>
                <a:gd name="connsiteY9" fmla="*/ 25555 h 102220"/>
                <a:gd name="connsiteX10" fmla="*/ 37714 w 128365"/>
                <a:gd name="connsiteY10" fmla="*/ 25555 h 102220"/>
                <a:gd name="connsiteX11" fmla="*/ 29756 w 128365"/>
                <a:gd name="connsiteY11" fmla="*/ 33498 h 102220"/>
                <a:gd name="connsiteX12" fmla="*/ 34946 w 128365"/>
                <a:gd name="connsiteY12" fmla="*/ 41095 h 102220"/>
                <a:gd name="connsiteX13" fmla="*/ 119370 w 128365"/>
                <a:gd name="connsiteY13" fmla="*/ 70795 h 102220"/>
                <a:gd name="connsiteX14" fmla="*/ 127674 w 128365"/>
                <a:gd name="connsiteY14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365" h="102220">
                  <a:moveTo>
                    <a:pt x="128365" y="81846"/>
                  </a:moveTo>
                  <a:lnTo>
                    <a:pt x="128365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FAA860D-F792-6B31-70CC-2D382B0233C1}"/>
                </a:ext>
              </a:extLst>
            </p:cNvPr>
            <p:cNvSpPr/>
            <p:nvPr/>
          </p:nvSpPr>
          <p:spPr>
            <a:xfrm>
              <a:off x="9146564" y="7761753"/>
              <a:ext cx="25258" cy="25555"/>
            </a:xfrm>
            <a:custGeom>
              <a:avLst/>
              <a:gdLst>
                <a:gd name="connsiteX0" fmla="*/ 25258 w 25258"/>
                <a:gd name="connsiteY0" fmla="*/ 0 h 25555"/>
                <a:gd name="connsiteX1" fmla="*/ 0 w 25258"/>
                <a:gd name="connsiteY1" fmla="*/ 0 h 25555"/>
                <a:gd name="connsiteX2" fmla="*/ 0 w 25258"/>
                <a:gd name="connsiteY2" fmla="*/ 25555 h 25555"/>
                <a:gd name="connsiteX3" fmla="*/ 25258 w 25258"/>
                <a:gd name="connsiteY3" fmla="*/ 25555 h 25555"/>
                <a:gd name="connsiteX4" fmla="*/ 25258 w 25258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8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DA5B842-F4B2-1BAC-DA6D-5748A51E4EDA}"/>
                </a:ext>
              </a:extLst>
            </p:cNvPr>
            <p:cNvSpPr/>
            <p:nvPr/>
          </p:nvSpPr>
          <p:spPr>
            <a:xfrm>
              <a:off x="8480170" y="7685087"/>
              <a:ext cx="128019" cy="102220"/>
            </a:xfrm>
            <a:custGeom>
              <a:avLst/>
              <a:gdLst>
                <a:gd name="connsiteX0" fmla="*/ 128020 w 128019"/>
                <a:gd name="connsiteY0" fmla="*/ 81846 h 102220"/>
                <a:gd name="connsiteX1" fmla="*/ 128020 w 128019"/>
                <a:gd name="connsiteY1" fmla="*/ 102221 h 102220"/>
                <a:gd name="connsiteX2" fmla="*/ 19722 w 128019"/>
                <a:gd name="connsiteY2" fmla="*/ 60780 h 102220"/>
                <a:gd name="connsiteX3" fmla="*/ 0 w 128019"/>
                <a:gd name="connsiteY3" fmla="*/ 30735 h 102220"/>
                <a:gd name="connsiteX4" fmla="*/ 31140 w 128019"/>
                <a:gd name="connsiteY4" fmla="*/ 0 h 102220"/>
                <a:gd name="connsiteX5" fmla="*/ 128020 w 128019"/>
                <a:gd name="connsiteY5" fmla="*/ 0 h 102220"/>
                <a:gd name="connsiteX6" fmla="*/ 128020 w 128019"/>
                <a:gd name="connsiteY6" fmla="*/ 40059 h 102220"/>
                <a:gd name="connsiteX7" fmla="*/ 102416 w 128019"/>
                <a:gd name="connsiteY7" fmla="*/ 40059 h 102220"/>
                <a:gd name="connsiteX8" fmla="*/ 102416 w 128019"/>
                <a:gd name="connsiteY8" fmla="*/ 32807 h 102220"/>
                <a:gd name="connsiteX9" fmla="*/ 94458 w 128019"/>
                <a:gd name="connsiteY9" fmla="*/ 25555 h 102220"/>
                <a:gd name="connsiteX10" fmla="*/ 37714 w 128019"/>
                <a:gd name="connsiteY10" fmla="*/ 25555 h 102220"/>
                <a:gd name="connsiteX11" fmla="*/ 29756 w 128019"/>
                <a:gd name="connsiteY11" fmla="*/ 33498 h 102220"/>
                <a:gd name="connsiteX12" fmla="*/ 34946 w 128019"/>
                <a:gd name="connsiteY12" fmla="*/ 41095 h 102220"/>
                <a:gd name="connsiteX13" fmla="*/ 119370 w 128019"/>
                <a:gd name="connsiteY13" fmla="*/ 70795 h 102220"/>
                <a:gd name="connsiteX14" fmla="*/ 127674 w 128019"/>
                <a:gd name="connsiteY14" fmla="*/ 81846 h 102220"/>
                <a:gd name="connsiteX15" fmla="*/ 127674 w 128019"/>
                <a:gd name="connsiteY15" fmla="*/ 81846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8019" h="102220">
                  <a:moveTo>
                    <a:pt x="128020" y="81846"/>
                  </a:moveTo>
                  <a:lnTo>
                    <a:pt x="128020" y="102221"/>
                  </a:lnTo>
                  <a:lnTo>
                    <a:pt x="19722" y="60780"/>
                  </a:lnTo>
                  <a:cubicBezTo>
                    <a:pt x="2422" y="54218"/>
                    <a:pt x="0" y="41786"/>
                    <a:pt x="0" y="30735"/>
                  </a:cubicBezTo>
                  <a:cubicBezTo>
                    <a:pt x="0" y="13814"/>
                    <a:pt x="13840" y="0"/>
                    <a:pt x="31140" y="0"/>
                  </a:cubicBezTo>
                  <a:lnTo>
                    <a:pt x="128020" y="0"/>
                  </a:lnTo>
                  <a:lnTo>
                    <a:pt x="128020" y="40059"/>
                  </a:lnTo>
                  <a:lnTo>
                    <a:pt x="102416" y="40059"/>
                  </a:lnTo>
                  <a:lnTo>
                    <a:pt x="102416" y="32807"/>
                  </a:lnTo>
                  <a:cubicBezTo>
                    <a:pt x="102416" y="28663"/>
                    <a:pt x="98610" y="25555"/>
                    <a:pt x="94458" y="25555"/>
                  </a:cubicBezTo>
                  <a:lnTo>
                    <a:pt x="37714" y="25555"/>
                  </a:lnTo>
                  <a:cubicBezTo>
                    <a:pt x="33216" y="25555"/>
                    <a:pt x="29756" y="29009"/>
                    <a:pt x="29756" y="33498"/>
                  </a:cubicBezTo>
                  <a:cubicBezTo>
                    <a:pt x="29756" y="37987"/>
                    <a:pt x="31832" y="40059"/>
                    <a:pt x="34946" y="41095"/>
                  </a:cubicBezTo>
                  <a:lnTo>
                    <a:pt x="119370" y="70795"/>
                  </a:lnTo>
                  <a:cubicBezTo>
                    <a:pt x="119370" y="70795"/>
                    <a:pt x="127674" y="73212"/>
                    <a:pt x="127674" y="81846"/>
                  </a:cubicBezTo>
                  <a:lnTo>
                    <a:pt x="127674" y="81846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7B41F635-5BCA-8F26-4CE2-A0E3F4DDC294}"/>
                </a:ext>
              </a:extLst>
            </p:cNvPr>
            <p:cNvSpPr/>
            <p:nvPr/>
          </p:nvSpPr>
          <p:spPr>
            <a:xfrm>
              <a:off x="8480516" y="7761753"/>
              <a:ext cx="25257" cy="25555"/>
            </a:xfrm>
            <a:custGeom>
              <a:avLst/>
              <a:gdLst>
                <a:gd name="connsiteX0" fmla="*/ 25258 w 25257"/>
                <a:gd name="connsiteY0" fmla="*/ 0 h 25555"/>
                <a:gd name="connsiteX1" fmla="*/ 0 w 25257"/>
                <a:gd name="connsiteY1" fmla="*/ 0 h 25555"/>
                <a:gd name="connsiteX2" fmla="*/ 0 w 25257"/>
                <a:gd name="connsiteY2" fmla="*/ 25555 h 25555"/>
                <a:gd name="connsiteX3" fmla="*/ 25258 w 25257"/>
                <a:gd name="connsiteY3" fmla="*/ 25555 h 25555"/>
                <a:gd name="connsiteX4" fmla="*/ 25258 w 25257"/>
                <a:gd name="connsiteY4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7" h="25555">
                  <a:moveTo>
                    <a:pt x="25258" y="0"/>
                  </a:moveTo>
                  <a:lnTo>
                    <a:pt x="0" y="0"/>
                  </a:lnTo>
                  <a:lnTo>
                    <a:pt x="0" y="25555"/>
                  </a:lnTo>
                  <a:lnTo>
                    <a:pt x="25258" y="25555"/>
                  </a:lnTo>
                  <a:lnTo>
                    <a:pt x="25258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B4A019A-92A5-B540-24B7-2BC0669BBBB9}"/>
                </a:ext>
              </a:extLst>
            </p:cNvPr>
            <p:cNvSpPr/>
            <p:nvPr/>
          </p:nvSpPr>
          <p:spPr>
            <a:xfrm>
              <a:off x="9300533" y="7685087"/>
              <a:ext cx="128019" cy="102220"/>
            </a:xfrm>
            <a:custGeom>
              <a:avLst/>
              <a:gdLst>
                <a:gd name="connsiteX0" fmla="*/ 128020 w 128019"/>
                <a:gd name="connsiteY0" fmla="*/ 25555 h 102220"/>
                <a:gd name="connsiteX1" fmla="*/ 128020 w 128019"/>
                <a:gd name="connsiteY1" fmla="*/ 0 h 102220"/>
                <a:gd name="connsiteX2" fmla="*/ 105530 w 128019"/>
                <a:gd name="connsiteY2" fmla="*/ 0 h 102220"/>
                <a:gd name="connsiteX3" fmla="*/ 100686 w 128019"/>
                <a:gd name="connsiteY3" fmla="*/ 1727 h 102220"/>
                <a:gd name="connsiteX4" fmla="*/ 60550 w 128019"/>
                <a:gd name="connsiteY4" fmla="*/ 37987 h 102220"/>
                <a:gd name="connsiteX5" fmla="*/ 56398 w 128019"/>
                <a:gd name="connsiteY5" fmla="*/ 39714 h 102220"/>
                <a:gd name="connsiteX6" fmla="*/ 28372 w 128019"/>
                <a:gd name="connsiteY6" fmla="*/ 39714 h 102220"/>
                <a:gd name="connsiteX7" fmla="*/ 25258 w 128019"/>
                <a:gd name="connsiteY7" fmla="*/ 36606 h 102220"/>
                <a:gd name="connsiteX8" fmla="*/ 25258 w 128019"/>
                <a:gd name="connsiteY8" fmla="*/ 0 h 102220"/>
                <a:gd name="connsiteX9" fmla="*/ 0 w 128019"/>
                <a:gd name="connsiteY9" fmla="*/ 0 h 102220"/>
                <a:gd name="connsiteX10" fmla="*/ 0 w 128019"/>
                <a:gd name="connsiteY10" fmla="*/ 102221 h 102220"/>
                <a:gd name="connsiteX11" fmla="*/ 25258 w 128019"/>
                <a:gd name="connsiteY11" fmla="*/ 102221 h 102220"/>
                <a:gd name="connsiteX12" fmla="*/ 25258 w 128019"/>
                <a:gd name="connsiteY12" fmla="*/ 65615 h 102220"/>
                <a:gd name="connsiteX13" fmla="*/ 28372 w 128019"/>
                <a:gd name="connsiteY13" fmla="*/ 62507 h 102220"/>
                <a:gd name="connsiteX14" fmla="*/ 56398 w 128019"/>
                <a:gd name="connsiteY14" fmla="*/ 62507 h 102220"/>
                <a:gd name="connsiteX15" fmla="*/ 60550 w 128019"/>
                <a:gd name="connsiteY15" fmla="*/ 64233 h 102220"/>
                <a:gd name="connsiteX16" fmla="*/ 100686 w 128019"/>
                <a:gd name="connsiteY16" fmla="*/ 100494 h 102220"/>
                <a:gd name="connsiteX17" fmla="*/ 105530 w 128019"/>
                <a:gd name="connsiteY17" fmla="*/ 102221 h 102220"/>
                <a:gd name="connsiteX18" fmla="*/ 128020 w 128019"/>
                <a:gd name="connsiteY18" fmla="*/ 102221 h 102220"/>
                <a:gd name="connsiteX19" fmla="*/ 128020 w 128019"/>
                <a:gd name="connsiteY19" fmla="*/ 76665 h 102220"/>
                <a:gd name="connsiteX20" fmla="*/ 115564 w 128019"/>
                <a:gd name="connsiteY20" fmla="*/ 76665 h 102220"/>
                <a:gd name="connsiteX21" fmla="*/ 105184 w 128019"/>
                <a:gd name="connsiteY21" fmla="*/ 72867 h 102220"/>
                <a:gd name="connsiteX22" fmla="*/ 86154 w 128019"/>
                <a:gd name="connsiteY22" fmla="*/ 55945 h 102220"/>
                <a:gd name="connsiteX23" fmla="*/ 86154 w 128019"/>
                <a:gd name="connsiteY23" fmla="*/ 45930 h 102220"/>
                <a:gd name="connsiteX24" fmla="*/ 105184 w 128019"/>
                <a:gd name="connsiteY24" fmla="*/ 29009 h 102220"/>
                <a:gd name="connsiteX25" fmla="*/ 115564 w 128019"/>
                <a:gd name="connsiteY25" fmla="*/ 25210 h 102220"/>
                <a:gd name="connsiteX26" fmla="*/ 128020 w 128019"/>
                <a:gd name="connsiteY26" fmla="*/ 25210 h 102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28019" h="102220">
                  <a:moveTo>
                    <a:pt x="128020" y="25555"/>
                  </a:moveTo>
                  <a:lnTo>
                    <a:pt x="128020" y="0"/>
                  </a:lnTo>
                  <a:lnTo>
                    <a:pt x="105530" y="0"/>
                  </a:lnTo>
                  <a:cubicBezTo>
                    <a:pt x="103800" y="0"/>
                    <a:pt x="102070" y="691"/>
                    <a:pt x="100686" y="1727"/>
                  </a:cubicBezTo>
                  <a:lnTo>
                    <a:pt x="60550" y="37987"/>
                  </a:lnTo>
                  <a:cubicBezTo>
                    <a:pt x="59512" y="39023"/>
                    <a:pt x="58128" y="39714"/>
                    <a:pt x="56398" y="39714"/>
                  </a:cubicBezTo>
                  <a:lnTo>
                    <a:pt x="28372" y="39714"/>
                  </a:lnTo>
                  <a:cubicBezTo>
                    <a:pt x="26642" y="39714"/>
                    <a:pt x="25258" y="38333"/>
                    <a:pt x="25258" y="36606"/>
                  </a:cubicBezTo>
                  <a:lnTo>
                    <a:pt x="25258" y="0"/>
                  </a:lnTo>
                  <a:lnTo>
                    <a:pt x="0" y="0"/>
                  </a:lnTo>
                  <a:lnTo>
                    <a:pt x="0" y="102221"/>
                  </a:lnTo>
                  <a:lnTo>
                    <a:pt x="25258" y="102221"/>
                  </a:lnTo>
                  <a:lnTo>
                    <a:pt x="25258" y="65615"/>
                  </a:lnTo>
                  <a:cubicBezTo>
                    <a:pt x="25258" y="63888"/>
                    <a:pt x="26642" y="62507"/>
                    <a:pt x="28372" y="62507"/>
                  </a:cubicBezTo>
                  <a:lnTo>
                    <a:pt x="56398" y="62507"/>
                  </a:lnTo>
                  <a:cubicBezTo>
                    <a:pt x="57782" y="62507"/>
                    <a:pt x="59512" y="62852"/>
                    <a:pt x="60550" y="64233"/>
                  </a:cubicBezTo>
                  <a:lnTo>
                    <a:pt x="100686" y="100494"/>
                  </a:lnTo>
                  <a:cubicBezTo>
                    <a:pt x="102070" y="101530"/>
                    <a:pt x="103800" y="102221"/>
                    <a:pt x="105530" y="102221"/>
                  </a:cubicBezTo>
                  <a:lnTo>
                    <a:pt x="128020" y="102221"/>
                  </a:lnTo>
                  <a:lnTo>
                    <a:pt x="128020" y="76665"/>
                  </a:lnTo>
                  <a:lnTo>
                    <a:pt x="115564" y="76665"/>
                  </a:lnTo>
                  <a:cubicBezTo>
                    <a:pt x="111758" y="76665"/>
                    <a:pt x="107952" y="75284"/>
                    <a:pt x="105184" y="72867"/>
                  </a:cubicBezTo>
                  <a:lnTo>
                    <a:pt x="86154" y="55945"/>
                  </a:lnTo>
                  <a:cubicBezTo>
                    <a:pt x="83040" y="53528"/>
                    <a:pt x="83040" y="48693"/>
                    <a:pt x="86154" y="45930"/>
                  </a:cubicBezTo>
                  <a:lnTo>
                    <a:pt x="105184" y="29009"/>
                  </a:lnTo>
                  <a:cubicBezTo>
                    <a:pt x="108298" y="26591"/>
                    <a:pt x="111758" y="25210"/>
                    <a:pt x="115564" y="25210"/>
                  </a:cubicBezTo>
                  <a:lnTo>
                    <a:pt x="128020" y="2521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1CEC976-08A0-D21B-DE3A-969A1A77E8E8}"/>
                </a:ext>
              </a:extLst>
            </p:cNvPr>
            <p:cNvSpPr/>
            <p:nvPr/>
          </p:nvSpPr>
          <p:spPr>
            <a:xfrm>
              <a:off x="8623760" y="7684742"/>
              <a:ext cx="138053" cy="102565"/>
            </a:xfrm>
            <a:custGeom>
              <a:avLst/>
              <a:gdLst>
                <a:gd name="connsiteX0" fmla="*/ 99302 w 138053"/>
                <a:gd name="connsiteY0" fmla="*/ 345 h 102565"/>
                <a:gd name="connsiteX1" fmla="*/ 70238 w 138053"/>
                <a:gd name="connsiteY1" fmla="*/ 14850 h 102565"/>
                <a:gd name="connsiteX2" fmla="*/ 0 w 138053"/>
                <a:gd name="connsiteY2" fmla="*/ 102566 h 102565"/>
                <a:gd name="connsiteX3" fmla="*/ 35638 w 138053"/>
                <a:gd name="connsiteY3" fmla="*/ 102566 h 102565"/>
                <a:gd name="connsiteX4" fmla="*/ 93420 w 138053"/>
                <a:gd name="connsiteY4" fmla="*/ 31426 h 102565"/>
                <a:gd name="connsiteX5" fmla="*/ 102762 w 138053"/>
                <a:gd name="connsiteY5" fmla="*/ 26246 h 102565"/>
                <a:gd name="connsiteX6" fmla="*/ 112450 w 138053"/>
                <a:gd name="connsiteY6" fmla="*/ 36951 h 102565"/>
                <a:gd name="connsiteX7" fmla="*/ 112450 w 138053"/>
                <a:gd name="connsiteY7" fmla="*/ 68032 h 102565"/>
                <a:gd name="connsiteX8" fmla="*/ 105184 w 138053"/>
                <a:gd name="connsiteY8" fmla="*/ 77011 h 102565"/>
                <a:gd name="connsiteX9" fmla="*/ 97918 w 138053"/>
                <a:gd name="connsiteY9" fmla="*/ 77011 h 102565"/>
                <a:gd name="connsiteX10" fmla="*/ 97918 w 138053"/>
                <a:gd name="connsiteY10" fmla="*/ 102566 h 102565"/>
                <a:gd name="connsiteX11" fmla="*/ 138054 w 138053"/>
                <a:gd name="connsiteY11" fmla="*/ 102566 h 102565"/>
                <a:gd name="connsiteX12" fmla="*/ 138054 w 138053"/>
                <a:gd name="connsiteY12" fmla="*/ 38333 h 102565"/>
                <a:gd name="connsiteX13" fmla="*/ 98956 w 138053"/>
                <a:gd name="connsiteY13" fmla="*/ 0 h 102565"/>
                <a:gd name="connsiteX14" fmla="*/ 98956 w 138053"/>
                <a:gd name="connsiteY14" fmla="*/ 0 h 102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053" h="102565">
                  <a:moveTo>
                    <a:pt x="99302" y="345"/>
                  </a:moveTo>
                  <a:cubicBezTo>
                    <a:pt x="87884" y="345"/>
                    <a:pt x="77158" y="5871"/>
                    <a:pt x="70238" y="14850"/>
                  </a:cubicBezTo>
                  <a:lnTo>
                    <a:pt x="0" y="102566"/>
                  </a:lnTo>
                  <a:lnTo>
                    <a:pt x="35638" y="102566"/>
                  </a:lnTo>
                  <a:lnTo>
                    <a:pt x="93420" y="31426"/>
                  </a:lnTo>
                  <a:cubicBezTo>
                    <a:pt x="96188" y="27973"/>
                    <a:pt x="98264" y="26246"/>
                    <a:pt x="102762" y="26246"/>
                  </a:cubicBezTo>
                  <a:cubicBezTo>
                    <a:pt x="107260" y="26246"/>
                    <a:pt x="112450" y="31081"/>
                    <a:pt x="112450" y="36951"/>
                  </a:cubicBezTo>
                  <a:lnTo>
                    <a:pt x="112450" y="68032"/>
                  </a:lnTo>
                  <a:cubicBezTo>
                    <a:pt x="112450" y="72867"/>
                    <a:pt x="110028" y="77011"/>
                    <a:pt x="105184" y="77011"/>
                  </a:cubicBezTo>
                  <a:lnTo>
                    <a:pt x="97918" y="77011"/>
                  </a:lnTo>
                  <a:lnTo>
                    <a:pt x="97918" y="102566"/>
                  </a:lnTo>
                  <a:lnTo>
                    <a:pt x="138054" y="102566"/>
                  </a:lnTo>
                  <a:lnTo>
                    <a:pt x="138054" y="38333"/>
                  </a:lnTo>
                  <a:cubicBezTo>
                    <a:pt x="138054" y="33153"/>
                    <a:pt x="138054" y="0"/>
                    <a:pt x="98956" y="0"/>
                  </a:cubicBezTo>
                  <a:lnTo>
                    <a:pt x="98956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E9BAF7E9-12F6-020E-6463-855F7F358424}"/>
                </a:ext>
              </a:extLst>
            </p:cNvPr>
            <p:cNvSpPr/>
            <p:nvPr/>
          </p:nvSpPr>
          <p:spPr>
            <a:xfrm>
              <a:off x="9480453" y="7685087"/>
              <a:ext cx="30793" cy="25555"/>
            </a:xfrm>
            <a:custGeom>
              <a:avLst/>
              <a:gdLst>
                <a:gd name="connsiteX0" fmla="*/ 30448 w 30793"/>
                <a:gd name="connsiteY0" fmla="*/ 0 h 25555"/>
                <a:gd name="connsiteX1" fmla="*/ 30448 w 30793"/>
                <a:gd name="connsiteY1" fmla="*/ 25555 h 25555"/>
                <a:gd name="connsiteX2" fmla="*/ 24912 w 30793"/>
                <a:gd name="connsiteY2" fmla="*/ 25555 h 25555"/>
                <a:gd name="connsiteX3" fmla="*/ 24912 w 30793"/>
                <a:gd name="connsiteY3" fmla="*/ 5180 h 25555"/>
                <a:gd name="connsiteX4" fmla="*/ 24912 w 30793"/>
                <a:gd name="connsiteY4" fmla="*/ 5180 h 25555"/>
                <a:gd name="connsiteX5" fmla="*/ 17646 w 30793"/>
                <a:gd name="connsiteY5" fmla="*/ 25555 h 25555"/>
                <a:gd name="connsiteX6" fmla="*/ 12802 w 30793"/>
                <a:gd name="connsiteY6" fmla="*/ 25555 h 25555"/>
                <a:gd name="connsiteX7" fmla="*/ 5536 w 30793"/>
                <a:gd name="connsiteY7" fmla="*/ 5180 h 25555"/>
                <a:gd name="connsiteX8" fmla="*/ 5536 w 30793"/>
                <a:gd name="connsiteY8" fmla="*/ 5180 h 25555"/>
                <a:gd name="connsiteX9" fmla="*/ 5536 w 30793"/>
                <a:gd name="connsiteY9" fmla="*/ 25555 h 25555"/>
                <a:gd name="connsiteX10" fmla="*/ 0 w 30793"/>
                <a:gd name="connsiteY10" fmla="*/ 25555 h 25555"/>
                <a:gd name="connsiteX11" fmla="*/ 0 w 30793"/>
                <a:gd name="connsiteY11" fmla="*/ 0 h 25555"/>
                <a:gd name="connsiteX12" fmla="*/ 9688 w 30793"/>
                <a:gd name="connsiteY12" fmla="*/ 0 h 25555"/>
                <a:gd name="connsiteX13" fmla="*/ 15570 w 30793"/>
                <a:gd name="connsiteY13" fmla="*/ 17267 h 25555"/>
                <a:gd name="connsiteX14" fmla="*/ 15570 w 30793"/>
                <a:gd name="connsiteY14" fmla="*/ 17267 h 25555"/>
                <a:gd name="connsiteX15" fmla="*/ 21798 w 30793"/>
                <a:gd name="connsiteY15" fmla="*/ 0 h 25555"/>
                <a:gd name="connsiteX16" fmla="*/ 30794 w 30793"/>
                <a:gd name="connsiteY16" fmla="*/ 0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793" h="25555">
                  <a:moveTo>
                    <a:pt x="30448" y="0"/>
                  </a:moveTo>
                  <a:lnTo>
                    <a:pt x="30448" y="25555"/>
                  </a:lnTo>
                  <a:lnTo>
                    <a:pt x="24912" y="25555"/>
                  </a:lnTo>
                  <a:lnTo>
                    <a:pt x="24912" y="5180"/>
                  </a:lnTo>
                  <a:lnTo>
                    <a:pt x="24912" y="5180"/>
                  </a:lnTo>
                  <a:lnTo>
                    <a:pt x="17646" y="25555"/>
                  </a:lnTo>
                  <a:lnTo>
                    <a:pt x="12802" y="25555"/>
                  </a:lnTo>
                  <a:lnTo>
                    <a:pt x="5536" y="5180"/>
                  </a:lnTo>
                  <a:lnTo>
                    <a:pt x="5536" y="5180"/>
                  </a:lnTo>
                  <a:lnTo>
                    <a:pt x="5536" y="25555"/>
                  </a:lnTo>
                  <a:lnTo>
                    <a:pt x="0" y="25555"/>
                  </a:lnTo>
                  <a:lnTo>
                    <a:pt x="0" y="0"/>
                  </a:lnTo>
                  <a:lnTo>
                    <a:pt x="9688" y="0"/>
                  </a:lnTo>
                  <a:lnTo>
                    <a:pt x="15570" y="17267"/>
                  </a:lnTo>
                  <a:lnTo>
                    <a:pt x="15570" y="17267"/>
                  </a:lnTo>
                  <a:lnTo>
                    <a:pt x="21798" y="0"/>
                  </a:lnTo>
                  <a:lnTo>
                    <a:pt x="30794" y="0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0B646BB-FA6B-5EC9-84E1-110EB9F849E9}"/>
                </a:ext>
              </a:extLst>
            </p:cNvPr>
            <p:cNvSpPr/>
            <p:nvPr/>
          </p:nvSpPr>
          <p:spPr>
            <a:xfrm>
              <a:off x="9453811" y="7685087"/>
              <a:ext cx="21451" cy="25555"/>
            </a:xfrm>
            <a:custGeom>
              <a:avLst/>
              <a:gdLst>
                <a:gd name="connsiteX0" fmla="*/ 13840 w 21451"/>
                <a:gd name="connsiteY0" fmla="*/ 4835 h 25555"/>
                <a:gd name="connsiteX1" fmla="*/ 13840 w 21451"/>
                <a:gd name="connsiteY1" fmla="*/ 25555 h 25555"/>
                <a:gd name="connsiteX2" fmla="*/ 7958 w 21451"/>
                <a:gd name="connsiteY2" fmla="*/ 25555 h 25555"/>
                <a:gd name="connsiteX3" fmla="*/ 7958 w 21451"/>
                <a:gd name="connsiteY3" fmla="*/ 4835 h 25555"/>
                <a:gd name="connsiteX4" fmla="*/ 0 w 21451"/>
                <a:gd name="connsiteY4" fmla="*/ 4835 h 25555"/>
                <a:gd name="connsiteX5" fmla="*/ 0 w 21451"/>
                <a:gd name="connsiteY5" fmla="*/ 0 h 25555"/>
                <a:gd name="connsiteX6" fmla="*/ 21452 w 21451"/>
                <a:gd name="connsiteY6" fmla="*/ 0 h 25555"/>
                <a:gd name="connsiteX7" fmla="*/ 21452 w 21451"/>
                <a:gd name="connsiteY7" fmla="*/ 4835 h 25555"/>
                <a:gd name="connsiteX8" fmla="*/ 13494 w 21451"/>
                <a:gd name="connsiteY8" fmla="*/ 4835 h 25555"/>
                <a:gd name="connsiteX9" fmla="*/ 13494 w 21451"/>
                <a:gd name="connsiteY9" fmla="*/ 4835 h 25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451" h="25555">
                  <a:moveTo>
                    <a:pt x="13840" y="4835"/>
                  </a:moveTo>
                  <a:lnTo>
                    <a:pt x="13840" y="25555"/>
                  </a:lnTo>
                  <a:lnTo>
                    <a:pt x="7958" y="25555"/>
                  </a:lnTo>
                  <a:lnTo>
                    <a:pt x="7958" y="4835"/>
                  </a:lnTo>
                  <a:lnTo>
                    <a:pt x="0" y="4835"/>
                  </a:lnTo>
                  <a:lnTo>
                    <a:pt x="0" y="0"/>
                  </a:lnTo>
                  <a:lnTo>
                    <a:pt x="21452" y="0"/>
                  </a:lnTo>
                  <a:lnTo>
                    <a:pt x="21452" y="4835"/>
                  </a:lnTo>
                  <a:lnTo>
                    <a:pt x="13494" y="4835"/>
                  </a:lnTo>
                  <a:lnTo>
                    <a:pt x="13494" y="4835"/>
                  </a:lnTo>
                  <a:close/>
                </a:path>
              </a:pathLst>
            </a:custGeom>
            <a:grpFill/>
            <a:ln w="345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259F53C3-7697-A35C-210D-0F5FD6FA0ACB}"/>
              </a:ext>
            </a:extLst>
          </p:cNvPr>
          <p:cNvSpPr/>
          <p:nvPr/>
        </p:nvSpPr>
        <p:spPr>
          <a:xfrm>
            <a:off x="11808843" y="296581"/>
            <a:ext cx="91057" cy="9105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name_2024 sandisk or its affiliates All rights reserved">
            <a:extLst>
              <a:ext uri="{FF2B5EF4-FFF2-40B4-BE49-F238E27FC236}">
                <a16:creationId xmlns:a16="http://schemas.microsoft.com/office/drawing/2014/main" id="{3D560209-8DFC-2570-4C01-B1A010A09E39}"/>
              </a:ext>
            </a:extLst>
          </p:cNvPr>
          <p:cNvSpPr txBox="1"/>
          <p:nvPr userDrawn="1"/>
        </p:nvSpPr>
        <p:spPr>
          <a:xfrm>
            <a:off x="6096000" y="6435731"/>
            <a:ext cx="5803900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ts val="1600"/>
              </a:lnSpc>
              <a:defRPr sz="1300">
                <a:solidFill>
                  <a:schemeClr val="accent3">
                    <a:lumOff val="8823"/>
                  </a:schemeClr>
                </a:solidFill>
                <a:latin typeface="NB Architekt Pro Neue Regular"/>
                <a:ea typeface="NB Architekt Pro Neue Regular"/>
                <a:cs typeface="NB Architekt Pro Neue Regular"/>
                <a:sym typeface="NB Architekt Pro Neue Regular"/>
              </a:defRPr>
            </a:lvl1pPr>
          </a:lstStyle>
          <a:p>
            <a:pPr algn="r" defTabSz="609412" hangingPunct="0">
              <a:lnSpc>
                <a:spcPct val="100000"/>
              </a:lnSpc>
            </a:pPr>
            <a:r>
              <a:rPr lang="en-US" sz="1000" b="0" i="0" kern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rPr>
              <a:t>©2026 SANDISK CORPORATION OR ITS AFFILIATES ALL RIGHTS RESERVED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1A08528-A5B9-00FF-0431-CDAF4281B1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94050" y="6452040"/>
            <a:ext cx="855221" cy="11887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0" i="0" spc="0" baseline="0">
                <a:solidFill>
                  <a:schemeClr val="tx1"/>
                </a:solidFill>
                <a:latin typeface="PP Fraktion Mono" pitchFamily="49" charset="77"/>
                <a:cs typeface="Consolas" panose="020B0609020204030204" pitchFamily="49" charset="0"/>
              </a:defRPr>
            </a:lvl1pPr>
          </a:lstStyle>
          <a:p>
            <a:r>
              <a:rPr lang="en-US"/>
              <a:t>00.0</a:t>
            </a:r>
            <a:fld id="{4571BA12-316B-0A40-BB3D-1A8CDD33E9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44502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17447AFC-E5FB-9726-6C58-5928BBCDB57F}"/>
              </a:ext>
            </a:extLst>
          </p:cNvPr>
          <p:cNvSpPr/>
          <p:nvPr/>
        </p:nvSpPr>
        <p:spPr>
          <a:xfrm>
            <a:off x="11563470" y="293688"/>
            <a:ext cx="336430" cy="33643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9BAFD44-DFAE-6584-F3C3-580D6907D1F7}"/>
              </a:ext>
            </a:extLst>
          </p:cNvPr>
          <p:cNvGrpSpPr/>
          <p:nvPr/>
        </p:nvGrpSpPr>
        <p:grpSpPr>
          <a:xfrm>
            <a:off x="292100" y="1792606"/>
            <a:ext cx="3849052" cy="924895"/>
            <a:chOff x="284163" y="2698150"/>
            <a:chExt cx="3767328" cy="90525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608273A-8B55-6612-D34D-DD21B5B2F644}"/>
                </a:ext>
              </a:extLst>
            </p:cNvPr>
            <p:cNvSpPr/>
            <p:nvPr/>
          </p:nvSpPr>
          <p:spPr>
            <a:xfrm>
              <a:off x="284163" y="2698150"/>
              <a:ext cx="3767328" cy="90525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EFD63FE-9E33-1709-7503-632601894250}"/>
                </a:ext>
              </a:extLst>
            </p:cNvPr>
            <p:cNvGrpSpPr/>
            <p:nvPr/>
          </p:nvGrpSpPr>
          <p:grpSpPr>
            <a:xfrm>
              <a:off x="284163" y="2698151"/>
              <a:ext cx="1806575" cy="905256"/>
              <a:chOff x="146137" y="3532340"/>
              <a:chExt cx="1944601" cy="975922"/>
            </a:xfrm>
            <a:solidFill>
              <a:srgbClr val="000000"/>
            </a:solidFill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408FA0B-C8DB-8EDE-6D02-265A26910C04}"/>
                  </a:ext>
                </a:extLst>
              </p:cNvPr>
              <p:cNvSpPr/>
              <p:nvPr/>
            </p:nvSpPr>
            <p:spPr>
              <a:xfrm>
                <a:off x="1114816" y="3532340"/>
                <a:ext cx="975922" cy="97592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B62C2BA-784A-BEFE-5180-8CE0136E5F8F}"/>
                  </a:ext>
                </a:extLst>
              </p:cNvPr>
              <p:cNvSpPr/>
              <p:nvPr/>
            </p:nvSpPr>
            <p:spPr>
              <a:xfrm>
                <a:off x="146137" y="3532340"/>
                <a:ext cx="975922" cy="97592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4E2F6E18-D576-9104-92EA-1D3249CB6E59}"/>
                </a:ext>
              </a:extLst>
            </p:cNvPr>
            <p:cNvSpPr/>
            <p:nvPr/>
          </p:nvSpPr>
          <p:spPr>
            <a:xfrm>
              <a:off x="2090738" y="2698150"/>
              <a:ext cx="1960753" cy="905256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5260F4A5-0682-45A4-1DE8-3A9DEABE8A84}"/>
              </a:ext>
            </a:extLst>
          </p:cNvPr>
          <p:cNvSpPr/>
          <p:nvPr/>
        </p:nvSpPr>
        <p:spPr>
          <a:xfrm>
            <a:off x="296520" y="5057542"/>
            <a:ext cx="77421" cy="774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D74B0FD-69F3-EE84-E7F8-4C06592C73BD}"/>
              </a:ext>
            </a:extLst>
          </p:cNvPr>
          <p:cNvSpPr/>
          <p:nvPr/>
        </p:nvSpPr>
        <p:spPr>
          <a:xfrm>
            <a:off x="11830417" y="5057542"/>
            <a:ext cx="77421" cy="774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71BF83A-FE06-1A4E-4956-EBC0863A698E}"/>
              </a:ext>
            </a:extLst>
          </p:cNvPr>
          <p:cNvSpPr/>
          <p:nvPr/>
        </p:nvSpPr>
        <p:spPr>
          <a:xfrm>
            <a:off x="4141152" y="5057542"/>
            <a:ext cx="77421" cy="774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1AA5DDF-F55E-4BDA-414E-AF16AD2E7BE5}"/>
              </a:ext>
            </a:extLst>
          </p:cNvPr>
          <p:cNvSpPr/>
          <p:nvPr/>
        </p:nvSpPr>
        <p:spPr>
          <a:xfrm>
            <a:off x="7985784" y="5057542"/>
            <a:ext cx="77421" cy="774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615B3D6-6E5F-FC36-12B7-E32FA59FFD2D}"/>
              </a:ext>
            </a:extLst>
          </p:cNvPr>
          <p:cNvGrpSpPr/>
          <p:nvPr/>
        </p:nvGrpSpPr>
        <p:grpSpPr>
          <a:xfrm>
            <a:off x="297005" y="5411270"/>
            <a:ext cx="11602895" cy="1158371"/>
            <a:chOff x="297005" y="5421618"/>
            <a:chExt cx="11585651" cy="1156649"/>
          </a:xfrm>
          <a:solidFill>
            <a:schemeClr val="tx1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1A35D3C-BE3A-B65C-86FA-D3DF9111B169}"/>
                </a:ext>
              </a:extLst>
            </p:cNvPr>
            <p:cNvGrpSpPr/>
            <p:nvPr/>
          </p:nvGrpSpPr>
          <p:grpSpPr>
            <a:xfrm>
              <a:off x="297005" y="5421618"/>
              <a:ext cx="10643138" cy="1156649"/>
              <a:chOff x="3726006" y="3171824"/>
              <a:chExt cx="4740852" cy="515215"/>
            </a:xfrm>
            <a:grpFill/>
          </p:grpSpPr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012B8E4A-514E-CFC2-A740-665313E52DD9}"/>
                  </a:ext>
                </a:extLst>
              </p:cNvPr>
              <p:cNvSpPr/>
              <p:nvPr/>
            </p:nvSpPr>
            <p:spPr>
              <a:xfrm>
                <a:off x="5262995" y="3173556"/>
                <a:ext cx="639906" cy="512618"/>
              </a:xfrm>
              <a:custGeom>
                <a:avLst/>
                <a:gdLst>
                  <a:gd name="connsiteX0" fmla="*/ 512618 w 639906"/>
                  <a:gd name="connsiteY0" fmla="*/ 348961 h 512618"/>
                  <a:gd name="connsiteX1" fmla="*/ 482311 w 639906"/>
                  <a:gd name="connsiteY1" fmla="*/ 383598 h 512618"/>
                  <a:gd name="connsiteX2" fmla="*/ 446809 w 639906"/>
                  <a:gd name="connsiteY2" fmla="*/ 361950 h 512618"/>
                  <a:gd name="connsiteX3" fmla="*/ 329911 w 639906"/>
                  <a:gd name="connsiteY3" fmla="*/ 40698 h 512618"/>
                  <a:gd name="connsiteX4" fmla="*/ 274493 w 639906"/>
                  <a:gd name="connsiteY4" fmla="*/ 0 h 512618"/>
                  <a:gd name="connsiteX5" fmla="*/ 0 w 639906"/>
                  <a:gd name="connsiteY5" fmla="*/ 0 h 512618"/>
                  <a:gd name="connsiteX6" fmla="*/ 0 w 639906"/>
                  <a:gd name="connsiteY6" fmla="*/ 512618 h 512618"/>
                  <a:gd name="connsiteX7" fmla="*/ 200891 w 639906"/>
                  <a:gd name="connsiteY7" fmla="*/ 512618 h 512618"/>
                  <a:gd name="connsiteX8" fmla="*/ 200891 w 639906"/>
                  <a:gd name="connsiteY8" fmla="*/ 384464 h 512618"/>
                  <a:gd name="connsiteX9" fmla="*/ 165389 w 639906"/>
                  <a:gd name="connsiteY9" fmla="*/ 384464 h 512618"/>
                  <a:gd name="connsiteX10" fmla="*/ 128155 w 639906"/>
                  <a:gd name="connsiteY10" fmla="*/ 338571 h 512618"/>
                  <a:gd name="connsiteX11" fmla="*/ 128155 w 639906"/>
                  <a:gd name="connsiteY11" fmla="*/ 184439 h 512618"/>
                  <a:gd name="connsiteX12" fmla="*/ 200025 w 639906"/>
                  <a:gd name="connsiteY12" fmla="*/ 133350 h 512618"/>
                  <a:gd name="connsiteX13" fmla="*/ 228600 w 639906"/>
                  <a:gd name="connsiteY13" fmla="*/ 164523 h 512618"/>
                  <a:gd name="connsiteX14" fmla="*/ 322118 w 639906"/>
                  <a:gd name="connsiteY14" fmla="*/ 407843 h 512618"/>
                  <a:gd name="connsiteX15" fmla="*/ 475384 w 639906"/>
                  <a:gd name="connsiteY15" fmla="*/ 512618 h 512618"/>
                  <a:gd name="connsiteX16" fmla="*/ 478848 w 639906"/>
                  <a:gd name="connsiteY16" fmla="*/ 512618 h 512618"/>
                  <a:gd name="connsiteX17" fmla="*/ 639907 w 639906"/>
                  <a:gd name="connsiteY17" fmla="*/ 353291 h 512618"/>
                  <a:gd name="connsiteX18" fmla="*/ 639907 w 639906"/>
                  <a:gd name="connsiteY18" fmla="*/ 0 h 512618"/>
                  <a:gd name="connsiteX19" fmla="*/ 511752 w 639906"/>
                  <a:gd name="connsiteY19" fmla="*/ 0 h 512618"/>
                  <a:gd name="connsiteX20" fmla="*/ 511752 w 639906"/>
                  <a:gd name="connsiteY20" fmla="*/ 34982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39906" h="512618">
                    <a:moveTo>
                      <a:pt x="512618" y="348961"/>
                    </a:moveTo>
                    <a:cubicBezTo>
                      <a:pt x="512618" y="366279"/>
                      <a:pt x="499630" y="381000"/>
                      <a:pt x="482311" y="383598"/>
                    </a:cubicBezTo>
                    <a:cubicBezTo>
                      <a:pt x="466725" y="385330"/>
                      <a:pt x="452005" y="375805"/>
                      <a:pt x="446809" y="361950"/>
                    </a:cubicBezTo>
                    <a:lnTo>
                      <a:pt x="329911" y="40698"/>
                    </a:lnTo>
                    <a:cubicBezTo>
                      <a:pt x="321252" y="14721"/>
                      <a:pt x="299605" y="0"/>
                      <a:pt x="274493" y="0"/>
                    </a:cubicBezTo>
                    <a:lnTo>
                      <a:pt x="0" y="0"/>
                    </a:lnTo>
                    <a:lnTo>
                      <a:pt x="0" y="512618"/>
                    </a:lnTo>
                    <a:lnTo>
                      <a:pt x="200891" y="512618"/>
                    </a:lnTo>
                    <a:lnTo>
                      <a:pt x="200891" y="384464"/>
                    </a:lnTo>
                    <a:lnTo>
                      <a:pt x="165389" y="384464"/>
                    </a:lnTo>
                    <a:cubicBezTo>
                      <a:pt x="142009" y="384464"/>
                      <a:pt x="128155" y="363682"/>
                      <a:pt x="128155" y="338571"/>
                    </a:cubicBezTo>
                    <a:lnTo>
                      <a:pt x="128155" y="184439"/>
                    </a:lnTo>
                    <a:cubicBezTo>
                      <a:pt x="128155" y="146339"/>
                      <a:pt x="165389" y="118630"/>
                      <a:pt x="200025" y="133350"/>
                    </a:cubicBezTo>
                    <a:cubicBezTo>
                      <a:pt x="213014" y="139411"/>
                      <a:pt x="223405" y="150668"/>
                      <a:pt x="228600" y="164523"/>
                    </a:cubicBezTo>
                    <a:lnTo>
                      <a:pt x="322118" y="407843"/>
                    </a:lnTo>
                    <a:cubicBezTo>
                      <a:pt x="346364" y="471920"/>
                      <a:pt x="406977" y="512618"/>
                      <a:pt x="475384" y="512618"/>
                    </a:cubicBezTo>
                    <a:lnTo>
                      <a:pt x="478848" y="512618"/>
                    </a:lnTo>
                    <a:cubicBezTo>
                      <a:pt x="567170" y="512618"/>
                      <a:pt x="639907" y="442480"/>
                      <a:pt x="639907" y="353291"/>
                    </a:cubicBezTo>
                    <a:lnTo>
                      <a:pt x="639907" y="0"/>
                    </a:lnTo>
                    <a:lnTo>
                      <a:pt x="511752" y="0"/>
                    </a:lnTo>
                    <a:lnTo>
                      <a:pt x="511752" y="349827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3C20FE84-7E94-A3E2-7840-F8B3C5C7563E}"/>
                  </a:ext>
                </a:extLst>
              </p:cNvPr>
              <p:cNvSpPr/>
              <p:nvPr/>
            </p:nvSpPr>
            <p:spPr>
              <a:xfrm>
                <a:off x="6031922" y="3172690"/>
                <a:ext cx="640772" cy="512618"/>
              </a:xfrm>
              <a:custGeom>
                <a:avLst/>
                <a:gdLst>
                  <a:gd name="connsiteX0" fmla="*/ 384464 w 640772"/>
                  <a:gd name="connsiteY0" fmla="*/ 0 h 512618"/>
                  <a:gd name="connsiteX1" fmla="*/ 0 w 640772"/>
                  <a:gd name="connsiteY1" fmla="*/ 0 h 512618"/>
                  <a:gd name="connsiteX2" fmla="*/ 0 w 640772"/>
                  <a:gd name="connsiteY2" fmla="*/ 129020 h 512618"/>
                  <a:gd name="connsiteX3" fmla="*/ 384464 w 640772"/>
                  <a:gd name="connsiteY3" fmla="*/ 129020 h 512618"/>
                  <a:gd name="connsiteX4" fmla="*/ 511752 w 640772"/>
                  <a:gd name="connsiteY4" fmla="*/ 256309 h 512618"/>
                  <a:gd name="connsiteX5" fmla="*/ 384464 w 640772"/>
                  <a:gd name="connsiteY5" fmla="*/ 383598 h 512618"/>
                  <a:gd name="connsiteX6" fmla="*/ 0 w 640772"/>
                  <a:gd name="connsiteY6" fmla="*/ 383598 h 512618"/>
                  <a:gd name="connsiteX7" fmla="*/ 0 w 640772"/>
                  <a:gd name="connsiteY7" fmla="*/ 512618 h 512618"/>
                  <a:gd name="connsiteX8" fmla="*/ 384464 w 640772"/>
                  <a:gd name="connsiteY8" fmla="*/ 512618 h 512618"/>
                  <a:gd name="connsiteX9" fmla="*/ 609600 w 640772"/>
                  <a:gd name="connsiteY9" fmla="*/ 380134 h 512618"/>
                  <a:gd name="connsiteX10" fmla="*/ 640773 w 640772"/>
                  <a:gd name="connsiteY10" fmla="*/ 256309 h 512618"/>
                  <a:gd name="connsiteX11" fmla="*/ 609600 w 640772"/>
                  <a:gd name="connsiteY11" fmla="*/ 132484 h 512618"/>
                  <a:gd name="connsiteX12" fmla="*/ 384464 w 640772"/>
                  <a:gd name="connsiteY12" fmla="*/ 0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0772" h="512618">
                    <a:moveTo>
                      <a:pt x="384464" y="0"/>
                    </a:moveTo>
                    <a:lnTo>
                      <a:pt x="0" y="0"/>
                    </a:lnTo>
                    <a:lnTo>
                      <a:pt x="0" y="129020"/>
                    </a:lnTo>
                    <a:lnTo>
                      <a:pt x="384464" y="129020"/>
                    </a:lnTo>
                    <a:cubicBezTo>
                      <a:pt x="452004" y="129020"/>
                      <a:pt x="511752" y="188768"/>
                      <a:pt x="511752" y="256309"/>
                    </a:cubicBezTo>
                    <a:cubicBezTo>
                      <a:pt x="511752" y="323850"/>
                      <a:pt x="452004" y="383598"/>
                      <a:pt x="384464" y="383598"/>
                    </a:cubicBezTo>
                    <a:lnTo>
                      <a:pt x="0" y="383598"/>
                    </a:lnTo>
                    <a:lnTo>
                      <a:pt x="0" y="512618"/>
                    </a:lnTo>
                    <a:lnTo>
                      <a:pt x="384464" y="512618"/>
                    </a:lnTo>
                    <a:cubicBezTo>
                      <a:pt x="481446" y="512618"/>
                      <a:pt x="565439" y="458932"/>
                      <a:pt x="609600" y="380134"/>
                    </a:cubicBezTo>
                    <a:cubicBezTo>
                      <a:pt x="629516" y="343766"/>
                      <a:pt x="640773" y="301337"/>
                      <a:pt x="640773" y="256309"/>
                    </a:cubicBezTo>
                    <a:cubicBezTo>
                      <a:pt x="640773" y="211282"/>
                      <a:pt x="629516" y="169718"/>
                      <a:pt x="609600" y="132484"/>
                    </a:cubicBezTo>
                    <a:cubicBezTo>
                      <a:pt x="566305" y="52821"/>
                      <a:pt x="482311" y="0"/>
                      <a:pt x="384464" y="0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DA19BA47-0B88-6EBF-9064-1B20FEADC385}"/>
                  </a:ext>
                </a:extLst>
              </p:cNvPr>
              <p:cNvSpPr/>
              <p:nvPr/>
            </p:nvSpPr>
            <p:spPr>
              <a:xfrm>
                <a:off x="6726381" y="3171824"/>
                <a:ext cx="202622" cy="512618"/>
              </a:xfrm>
              <a:custGeom>
                <a:avLst/>
                <a:gdLst>
                  <a:gd name="connsiteX0" fmla="*/ 25977 w 202622"/>
                  <a:gd name="connsiteY0" fmla="*/ 129021 h 512618"/>
                  <a:gd name="connsiteX1" fmla="*/ 36368 w 202622"/>
                  <a:gd name="connsiteY1" fmla="*/ 129021 h 512618"/>
                  <a:gd name="connsiteX2" fmla="*/ 74468 w 202622"/>
                  <a:gd name="connsiteY2" fmla="*/ 176646 h 512618"/>
                  <a:gd name="connsiteX3" fmla="*/ 74468 w 202622"/>
                  <a:gd name="connsiteY3" fmla="*/ 512618 h 512618"/>
                  <a:gd name="connsiteX4" fmla="*/ 202623 w 202622"/>
                  <a:gd name="connsiteY4" fmla="*/ 512618 h 512618"/>
                  <a:gd name="connsiteX5" fmla="*/ 202623 w 202622"/>
                  <a:gd name="connsiteY5" fmla="*/ 0 h 512618"/>
                  <a:gd name="connsiteX6" fmla="*/ 0 w 202622"/>
                  <a:gd name="connsiteY6" fmla="*/ 0 h 512618"/>
                  <a:gd name="connsiteX7" fmla="*/ 0 w 202622"/>
                  <a:gd name="connsiteY7" fmla="*/ 128155 h 512618"/>
                  <a:gd name="connsiteX8" fmla="*/ 26843 w 202622"/>
                  <a:gd name="connsiteY8" fmla="*/ 128155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2622" h="512618">
                    <a:moveTo>
                      <a:pt x="25977" y="129021"/>
                    </a:moveTo>
                    <a:cubicBezTo>
                      <a:pt x="29441" y="129021"/>
                      <a:pt x="32039" y="129021"/>
                      <a:pt x="36368" y="129021"/>
                    </a:cubicBezTo>
                    <a:cubicBezTo>
                      <a:pt x="59748" y="132484"/>
                      <a:pt x="74468" y="151534"/>
                      <a:pt x="74468" y="176646"/>
                    </a:cubicBezTo>
                    <a:lnTo>
                      <a:pt x="74468" y="512618"/>
                    </a:lnTo>
                    <a:lnTo>
                      <a:pt x="202623" y="512618"/>
                    </a:lnTo>
                    <a:lnTo>
                      <a:pt x="202623" y="0"/>
                    </a:lnTo>
                    <a:lnTo>
                      <a:pt x="0" y="0"/>
                    </a:lnTo>
                    <a:lnTo>
                      <a:pt x="0" y="128155"/>
                    </a:lnTo>
                    <a:lnTo>
                      <a:pt x="26843" y="128155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1977ACF2-CCB1-4391-3F91-B10B90F3B247}"/>
                  </a:ext>
                </a:extLst>
              </p:cNvPr>
              <p:cNvSpPr/>
              <p:nvPr/>
            </p:nvSpPr>
            <p:spPr>
              <a:xfrm>
                <a:off x="7058025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79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79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ADCA0728-0809-225E-3A43-54A14361E505}"/>
                  </a:ext>
                </a:extLst>
              </p:cNvPr>
              <p:cNvSpPr/>
              <p:nvPr/>
            </p:nvSpPr>
            <p:spPr>
              <a:xfrm>
                <a:off x="7056293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AF1F8844-05D5-909B-DE04-30F8647BE36C}"/>
                  </a:ext>
                </a:extLst>
              </p:cNvPr>
              <p:cNvSpPr/>
              <p:nvPr/>
            </p:nvSpPr>
            <p:spPr>
              <a:xfrm>
                <a:off x="3726006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80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80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670EF5C0-EFED-D2FD-EAFD-BB2B357BD174}"/>
                  </a:ext>
                </a:extLst>
              </p:cNvPr>
              <p:cNvSpPr/>
              <p:nvPr/>
            </p:nvSpPr>
            <p:spPr>
              <a:xfrm>
                <a:off x="3726006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A5B89D84-9175-18DD-CD24-916309E53309}"/>
                  </a:ext>
                </a:extLst>
              </p:cNvPr>
              <p:cNvSpPr/>
              <p:nvPr/>
            </p:nvSpPr>
            <p:spPr>
              <a:xfrm>
                <a:off x="7827818" y="3172690"/>
                <a:ext cx="639040" cy="514349"/>
              </a:xfrm>
              <a:custGeom>
                <a:avLst/>
                <a:gdLst>
                  <a:gd name="connsiteX0" fmla="*/ 639041 w 639040"/>
                  <a:gd name="connsiteY0" fmla="*/ 129020 h 514349"/>
                  <a:gd name="connsiteX1" fmla="*/ 639041 w 639040"/>
                  <a:gd name="connsiteY1" fmla="*/ 0 h 514349"/>
                  <a:gd name="connsiteX2" fmla="*/ 526473 w 639040"/>
                  <a:gd name="connsiteY2" fmla="*/ 0 h 514349"/>
                  <a:gd name="connsiteX3" fmla="*/ 502227 w 639040"/>
                  <a:gd name="connsiteY3" fmla="*/ 9525 h 514349"/>
                  <a:gd name="connsiteX4" fmla="*/ 302203 w 639040"/>
                  <a:gd name="connsiteY4" fmla="*/ 191366 h 514349"/>
                  <a:gd name="connsiteX5" fmla="*/ 281420 w 639040"/>
                  <a:gd name="connsiteY5" fmla="*/ 200025 h 514349"/>
                  <a:gd name="connsiteX6" fmla="*/ 142009 w 639040"/>
                  <a:gd name="connsiteY6" fmla="*/ 200025 h 514349"/>
                  <a:gd name="connsiteX7" fmla="*/ 126423 w 639040"/>
                  <a:gd name="connsiteY7" fmla="*/ 184439 h 514349"/>
                  <a:gd name="connsiteX8" fmla="*/ 126423 w 639040"/>
                  <a:gd name="connsiteY8" fmla="*/ 866 h 514349"/>
                  <a:gd name="connsiteX9" fmla="*/ 0 w 639040"/>
                  <a:gd name="connsiteY9" fmla="*/ 866 h 514349"/>
                  <a:gd name="connsiteX10" fmla="*/ 0 w 639040"/>
                  <a:gd name="connsiteY10" fmla="*/ 513484 h 514349"/>
                  <a:gd name="connsiteX11" fmla="*/ 126423 w 639040"/>
                  <a:gd name="connsiteY11" fmla="*/ 513484 h 514349"/>
                  <a:gd name="connsiteX12" fmla="*/ 126423 w 639040"/>
                  <a:gd name="connsiteY12" fmla="*/ 329911 h 514349"/>
                  <a:gd name="connsiteX13" fmla="*/ 142009 w 639040"/>
                  <a:gd name="connsiteY13" fmla="*/ 314325 h 514349"/>
                  <a:gd name="connsiteX14" fmla="*/ 281420 w 639040"/>
                  <a:gd name="connsiteY14" fmla="*/ 314325 h 514349"/>
                  <a:gd name="connsiteX15" fmla="*/ 302203 w 639040"/>
                  <a:gd name="connsiteY15" fmla="*/ 322984 h 514349"/>
                  <a:gd name="connsiteX16" fmla="*/ 502227 w 639040"/>
                  <a:gd name="connsiteY16" fmla="*/ 504825 h 514349"/>
                  <a:gd name="connsiteX17" fmla="*/ 526473 w 639040"/>
                  <a:gd name="connsiteY17" fmla="*/ 514350 h 514349"/>
                  <a:gd name="connsiteX18" fmla="*/ 639041 w 639040"/>
                  <a:gd name="connsiteY18" fmla="*/ 514350 h 514349"/>
                  <a:gd name="connsiteX19" fmla="*/ 639041 w 639040"/>
                  <a:gd name="connsiteY19" fmla="*/ 386196 h 514349"/>
                  <a:gd name="connsiteX20" fmla="*/ 577562 w 639040"/>
                  <a:gd name="connsiteY20" fmla="*/ 386196 h 514349"/>
                  <a:gd name="connsiteX21" fmla="*/ 524741 w 639040"/>
                  <a:gd name="connsiteY21" fmla="*/ 367145 h 514349"/>
                  <a:gd name="connsiteX22" fmla="*/ 429491 w 639040"/>
                  <a:gd name="connsiteY22" fmla="*/ 283152 h 514349"/>
                  <a:gd name="connsiteX23" fmla="*/ 429491 w 639040"/>
                  <a:gd name="connsiteY23" fmla="*/ 233795 h 514349"/>
                  <a:gd name="connsiteX24" fmla="*/ 524741 w 639040"/>
                  <a:gd name="connsiteY24" fmla="*/ 149802 h 514349"/>
                  <a:gd name="connsiteX25" fmla="*/ 577562 w 639040"/>
                  <a:gd name="connsiteY25" fmla="*/ 130752 h 514349"/>
                  <a:gd name="connsiteX26" fmla="*/ 639041 w 639040"/>
                  <a:gd name="connsiteY26" fmla="*/ 130752 h 514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39040" h="514349">
                    <a:moveTo>
                      <a:pt x="639041" y="129020"/>
                    </a:moveTo>
                    <a:lnTo>
                      <a:pt x="639041" y="0"/>
                    </a:lnTo>
                    <a:lnTo>
                      <a:pt x="526473" y="0"/>
                    </a:lnTo>
                    <a:cubicBezTo>
                      <a:pt x="517814" y="0"/>
                      <a:pt x="509154" y="3464"/>
                      <a:pt x="502227" y="9525"/>
                    </a:cubicBezTo>
                    <a:lnTo>
                      <a:pt x="302203" y="191366"/>
                    </a:lnTo>
                    <a:cubicBezTo>
                      <a:pt x="296141" y="196561"/>
                      <a:pt x="289214" y="200025"/>
                      <a:pt x="281420" y="200025"/>
                    </a:cubicBezTo>
                    <a:lnTo>
                      <a:pt x="142009" y="200025"/>
                    </a:lnTo>
                    <a:cubicBezTo>
                      <a:pt x="133350" y="200025"/>
                      <a:pt x="126423" y="193098"/>
                      <a:pt x="126423" y="184439"/>
                    </a:cubicBezTo>
                    <a:lnTo>
                      <a:pt x="126423" y="866"/>
                    </a:lnTo>
                    <a:lnTo>
                      <a:pt x="0" y="866"/>
                    </a:lnTo>
                    <a:lnTo>
                      <a:pt x="0" y="513484"/>
                    </a:lnTo>
                    <a:lnTo>
                      <a:pt x="126423" y="513484"/>
                    </a:lnTo>
                    <a:lnTo>
                      <a:pt x="126423" y="329911"/>
                    </a:lnTo>
                    <a:cubicBezTo>
                      <a:pt x="126423" y="321252"/>
                      <a:pt x="133350" y="314325"/>
                      <a:pt x="142009" y="314325"/>
                    </a:cubicBezTo>
                    <a:lnTo>
                      <a:pt x="281420" y="314325"/>
                    </a:lnTo>
                    <a:cubicBezTo>
                      <a:pt x="289214" y="314325"/>
                      <a:pt x="296141" y="316923"/>
                      <a:pt x="302203" y="322984"/>
                    </a:cubicBezTo>
                    <a:lnTo>
                      <a:pt x="502227" y="504825"/>
                    </a:lnTo>
                    <a:cubicBezTo>
                      <a:pt x="509154" y="510886"/>
                      <a:pt x="517814" y="514350"/>
                      <a:pt x="526473" y="514350"/>
                    </a:cubicBezTo>
                    <a:lnTo>
                      <a:pt x="639041" y="514350"/>
                    </a:lnTo>
                    <a:lnTo>
                      <a:pt x="639041" y="386196"/>
                    </a:lnTo>
                    <a:lnTo>
                      <a:pt x="577562" y="386196"/>
                    </a:lnTo>
                    <a:cubicBezTo>
                      <a:pt x="558511" y="386196"/>
                      <a:pt x="539461" y="379268"/>
                      <a:pt x="524741" y="367145"/>
                    </a:cubicBezTo>
                    <a:lnTo>
                      <a:pt x="429491" y="283152"/>
                    </a:lnTo>
                    <a:cubicBezTo>
                      <a:pt x="414771" y="270164"/>
                      <a:pt x="414771" y="247650"/>
                      <a:pt x="429491" y="233795"/>
                    </a:cubicBezTo>
                    <a:lnTo>
                      <a:pt x="524741" y="149802"/>
                    </a:lnTo>
                    <a:cubicBezTo>
                      <a:pt x="539461" y="137680"/>
                      <a:pt x="557646" y="131618"/>
                      <a:pt x="577562" y="130752"/>
                    </a:cubicBezTo>
                    <a:lnTo>
                      <a:pt x="639041" y="130752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1437241D-C591-478D-2C51-86F4500684FF}"/>
                  </a:ext>
                </a:extLst>
              </p:cNvPr>
              <p:cNvSpPr/>
              <p:nvPr/>
            </p:nvSpPr>
            <p:spPr>
              <a:xfrm>
                <a:off x="4441247" y="3172690"/>
                <a:ext cx="692727" cy="513484"/>
              </a:xfrm>
              <a:custGeom>
                <a:avLst/>
                <a:gdLst>
                  <a:gd name="connsiteX0" fmla="*/ 497898 w 692727"/>
                  <a:gd name="connsiteY0" fmla="*/ 0 h 513484"/>
                  <a:gd name="connsiteX1" fmla="*/ 351559 w 692727"/>
                  <a:gd name="connsiteY1" fmla="*/ 72736 h 513484"/>
                  <a:gd name="connsiteX2" fmla="*/ 0 w 692727"/>
                  <a:gd name="connsiteY2" fmla="*/ 512618 h 513484"/>
                  <a:gd name="connsiteX3" fmla="*/ 178377 w 692727"/>
                  <a:gd name="connsiteY3" fmla="*/ 512618 h 513484"/>
                  <a:gd name="connsiteX4" fmla="*/ 468457 w 692727"/>
                  <a:gd name="connsiteY4" fmla="*/ 155864 h 513484"/>
                  <a:gd name="connsiteX5" fmla="*/ 516082 w 692727"/>
                  <a:gd name="connsiteY5" fmla="*/ 129886 h 513484"/>
                  <a:gd name="connsiteX6" fmla="*/ 564573 w 692727"/>
                  <a:gd name="connsiteY6" fmla="*/ 184439 h 513484"/>
                  <a:gd name="connsiteX7" fmla="*/ 564573 w 692727"/>
                  <a:gd name="connsiteY7" fmla="*/ 339436 h 513484"/>
                  <a:gd name="connsiteX8" fmla="*/ 528205 w 692727"/>
                  <a:gd name="connsiteY8" fmla="*/ 385330 h 513484"/>
                  <a:gd name="connsiteX9" fmla="*/ 492702 w 692727"/>
                  <a:gd name="connsiteY9" fmla="*/ 385330 h 513484"/>
                  <a:gd name="connsiteX10" fmla="*/ 492702 w 692727"/>
                  <a:gd name="connsiteY10" fmla="*/ 513484 h 513484"/>
                  <a:gd name="connsiteX11" fmla="*/ 692727 w 692727"/>
                  <a:gd name="connsiteY11" fmla="*/ 513484 h 513484"/>
                  <a:gd name="connsiteX12" fmla="*/ 692727 w 692727"/>
                  <a:gd name="connsiteY12" fmla="*/ 192232 h 513484"/>
                  <a:gd name="connsiteX13" fmla="*/ 497898 w 692727"/>
                  <a:gd name="connsiteY13" fmla="*/ 866 h 513484"/>
                  <a:gd name="connsiteX14" fmla="*/ 497898 w 692727"/>
                  <a:gd name="connsiteY14" fmla="*/ 866 h 513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2727" h="513484">
                    <a:moveTo>
                      <a:pt x="497898" y="0"/>
                    </a:moveTo>
                    <a:cubicBezTo>
                      <a:pt x="440748" y="866"/>
                      <a:pt x="387061" y="27709"/>
                      <a:pt x="351559" y="72736"/>
                    </a:cubicBezTo>
                    <a:lnTo>
                      <a:pt x="0" y="512618"/>
                    </a:lnTo>
                    <a:lnTo>
                      <a:pt x="178377" y="512618"/>
                    </a:lnTo>
                    <a:lnTo>
                      <a:pt x="468457" y="155864"/>
                    </a:lnTo>
                    <a:cubicBezTo>
                      <a:pt x="483177" y="138545"/>
                      <a:pt x="493568" y="129886"/>
                      <a:pt x="516082" y="129886"/>
                    </a:cubicBezTo>
                    <a:cubicBezTo>
                      <a:pt x="538596" y="129886"/>
                      <a:pt x="564573" y="154998"/>
                      <a:pt x="564573" y="184439"/>
                    </a:cubicBezTo>
                    <a:lnTo>
                      <a:pt x="564573" y="339436"/>
                    </a:lnTo>
                    <a:cubicBezTo>
                      <a:pt x="564573" y="364548"/>
                      <a:pt x="551584" y="385330"/>
                      <a:pt x="528205" y="385330"/>
                    </a:cubicBezTo>
                    <a:lnTo>
                      <a:pt x="492702" y="385330"/>
                    </a:lnTo>
                    <a:lnTo>
                      <a:pt x="492702" y="513484"/>
                    </a:lnTo>
                    <a:lnTo>
                      <a:pt x="692727" y="513484"/>
                    </a:lnTo>
                    <a:lnTo>
                      <a:pt x="692727" y="192232"/>
                    </a:lnTo>
                    <a:cubicBezTo>
                      <a:pt x="692727" y="166255"/>
                      <a:pt x="692727" y="866"/>
                      <a:pt x="497898" y="866"/>
                    </a:cubicBezTo>
                    <a:lnTo>
                      <a:pt x="497898" y="866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19F4A28-1DF4-169F-801A-19A39A82D071}"/>
                </a:ext>
              </a:extLst>
            </p:cNvPr>
            <p:cNvGrpSpPr/>
            <p:nvPr/>
          </p:nvGrpSpPr>
          <p:grpSpPr>
            <a:xfrm>
              <a:off x="11237775" y="5428812"/>
              <a:ext cx="644881" cy="280035"/>
              <a:chOff x="11237775" y="5428812"/>
              <a:chExt cx="644881" cy="280035"/>
            </a:xfrm>
            <a:grpFill/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98679A0D-E8F8-29E0-DEA4-D89CAE8873C1}"/>
                  </a:ext>
                </a:extLst>
              </p:cNvPr>
              <p:cNvSpPr/>
              <p:nvPr/>
            </p:nvSpPr>
            <p:spPr>
              <a:xfrm>
                <a:off x="11237775" y="5428812"/>
                <a:ext cx="245631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245631" h="280035">
                    <a:moveTo>
                      <a:pt x="0" y="0"/>
                    </a:moveTo>
                    <a:lnTo>
                      <a:pt x="245631" y="0"/>
                    </a:lnTo>
                    <a:lnTo>
                      <a:pt x="245631" y="50407"/>
                    </a:lnTo>
                    <a:lnTo>
                      <a:pt x="151219" y="50407"/>
                    </a:lnTo>
                    <a:lnTo>
                      <a:pt x="151219" y="280035"/>
                    </a:lnTo>
                    <a:lnTo>
                      <a:pt x="93612" y="280035"/>
                    </a:lnTo>
                    <a:lnTo>
                      <a:pt x="93612" y="50407"/>
                    </a:lnTo>
                    <a:lnTo>
                      <a:pt x="0" y="5040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AECA805D-144D-D54F-A8F5-BA1EDF4CC9C1}"/>
                  </a:ext>
                </a:extLst>
              </p:cNvPr>
              <p:cNvSpPr/>
              <p:nvPr/>
            </p:nvSpPr>
            <p:spPr>
              <a:xfrm>
                <a:off x="11521011" y="5428812"/>
                <a:ext cx="361645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361645" h="280035">
                    <a:moveTo>
                      <a:pt x="0" y="0"/>
                    </a:moveTo>
                    <a:lnTo>
                      <a:pt x="100012" y="0"/>
                    </a:lnTo>
                    <a:lnTo>
                      <a:pt x="181622" y="210427"/>
                    </a:lnTo>
                    <a:lnTo>
                      <a:pt x="185623" y="210427"/>
                    </a:lnTo>
                    <a:lnTo>
                      <a:pt x="268033" y="0"/>
                    </a:lnTo>
                    <a:lnTo>
                      <a:pt x="361645" y="0"/>
                    </a:lnTo>
                    <a:lnTo>
                      <a:pt x="361645" y="280035"/>
                    </a:lnTo>
                    <a:lnTo>
                      <a:pt x="305638" y="280035"/>
                    </a:lnTo>
                    <a:lnTo>
                      <a:pt x="305638" y="48006"/>
                    </a:lnTo>
                    <a:lnTo>
                      <a:pt x="301637" y="48006"/>
                    </a:lnTo>
                    <a:lnTo>
                      <a:pt x="211226" y="280035"/>
                    </a:lnTo>
                    <a:lnTo>
                      <a:pt x="150418" y="280035"/>
                    </a:lnTo>
                    <a:lnTo>
                      <a:pt x="60007" y="48006"/>
                    </a:lnTo>
                    <a:lnTo>
                      <a:pt x="56807" y="48006"/>
                    </a:lnTo>
                    <a:lnTo>
                      <a:pt x="56807" y="280035"/>
                    </a:lnTo>
                    <a:lnTo>
                      <a:pt x="0" y="28003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70707946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17447AFC-E5FB-9726-6C58-5928BBCDB57F}"/>
              </a:ext>
            </a:extLst>
          </p:cNvPr>
          <p:cNvSpPr/>
          <p:nvPr/>
        </p:nvSpPr>
        <p:spPr>
          <a:xfrm>
            <a:off x="11563470" y="293688"/>
            <a:ext cx="336430" cy="336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9BAFD44-DFAE-6584-F3C3-580D6907D1F7}"/>
              </a:ext>
            </a:extLst>
          </p:cNvPr>
          <p:cNvGrpSpPr/>
          <p:nvPr/>
        </p:nvGrpSpPr>
        <p:grpSpPr>
          <a:xfrm>
            <a:off x="292100" y="1792606"/>
            <a:ext cx="3849052" cy="924895"/>
            <a:chOff x="284163" y="2698150"/>
            <a:chExt cx="3767328" cy="905257"/>
          </a:xfrm>
          <a:solidFill>
            <a:schemeClr val="bg1"/>
          </a:solidFill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EFD63FE-9E33-1709-7503-632601894250}"/>
                </a:ext>
              </a:extLst>
            </p:cNvPr>
            <p:cNvGrpSpPr/>
            <p:nvPr/>
          </p:nvGrpSpPr>
          <p:grpSpPr>
            <a:xfrm>
              <a:off x="284163" y="2698151"/>
              <a:ext cx="1806575" cy="905256"/>
              <a:chOff x="146137" y="3532340"/>
              <a:chExt cx="1944601" cy="975922"/>
            </a:xfrm>
            <a:grpFill/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408FA0B-C8DB-8EDE-6D02-265A26910C04}"/>
                  </a:ext>
                </a:extLst>
              </p:cNvPr>
              <p:cNvSpPr/>
              <p:nvPr/>
            </p:nvSpPr>
            <p:spPr>
              <a:xfrm>
                <a:off x="1114816" y="3532340"/>
                <a:ext cx="975922" cy="97592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B62C2BA-784A-BEFE-5180-8CE0136E5F8F}"/>
                  </a:ext>
                </a:extLst>
              </p:cNvPr>
              <p:cNvSpPr/>
              <p:nvPr/>
            </p:nvSpPr>
            <p:spPr>
              <a:xfrm>
                <a:off x="146137" y="3532340"/>
                <a:ext cx="975922" cy="97592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4E2F6E18-D576-9104-92EA-1D3249CB6E59}"/>
                </a:ext>
              </a:extLst>
            </p:cNvPr>
            <p:cNvSpPr/>
            <p:nvPr/>
          </p:nvSpPr>
          <p:spPr>
            <a:xfrm>
              <a:off x="2090738" y="2698150"/>
              <a:ext cx="1960753" cy="90525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5260F4A5-0682-45A4-1DE8-3A9DEABE8A84}"/>
              </a:ext>
            </a:extLst>
          </p:cNvPr>
          <p:cNvSpPr/>
          <p:nvPr/>
        </p:nvSpPr>
        <p:spPr>
          <a:xfrm>
            <a:off x="296520" y="5057542"/>
            <a:ext cx="77421" cy="774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D74B0FD-69F3-EE84-E7F8-4C06592C73BD}"/>
              </a:ext>
            </a:extLst>
          </p:cNvPr>
          <p:cNvSpPr/>
          <p:nvPr/>
        </p:nvSpPr>
        <p:spPr>
          <a:xfrm>
            <a:off x="11830417" y="5057542"/>
            <a:ext cx="77421" cy="774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71BF83A-FE06-1A4E-4956-EBC0863A698E}"/>
              </a:ext>
            </a:extLst>
          </p:cNvPr>
          <p:cNvSpPr/>
          <p:nvPr/>
        </p:nvSpPr>
        <p:spPr>
          <a:xfrm>
            <a:off x="4141152" y="5057542"/>
            <a:ext cx="77421" cy="774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1AA5DDF-F55E-4BDA-414E-AF16AD2E7BE5}"/>
              </a:ext>
            </a:extLst>
          </p:cNvPr>
          <p:cNvSpPr/>
          <p:nvPr/>
        </p:nvSpPr>
        <p:spPr>
          <a:xfrm>
            <a:off x="7985784" y="5057542"/>
            <a:ext cx="77421" cy="774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615B3D6-6E5F-FC36-12B7-E32FA59FFD2D}"/>
              </a:ext>
            </a:extLst>
          </p:cNvPr>
          <p:cNvGrpSpPr/>
          <p:nvPr/>
        </p:nvGrpSpPr>
        <p:grpSpPr>
          <a:xfrm>
            <a:off x="297005" y="5411270"/>
            <a:ext cx="11602895" cy="1158371"/>
            <a:chOff x="297005" y="5421618"/>
            <a:chExt cx="11585651" cy="1156649"/>
          </a:xfrm>
          <a:solidFill>
            <a:schemeClr val="bg1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1A35D3C-BE3A-B65C-86FA-D3DF9111B169}"/>
                </a:ext>
              </a:extLst>
            </p:cNvPr>
            <p:cNvGrpSpPr/>
            <p:nvPr/>
          </p:nvGrpSpPr>
          <p:grpSpPr>
            <a:xfrm>
              <a:off x="297005" y="5421618"/>
              <a:ext cx="10643138" cy="1156649"/>
              <a:chOff x="3726006" y="3171824"/>
              <a:chExt cx="4740852" cy="515215"/>
            </a:xfrm>
            <a:grpFill/>
          </p:grpSpPr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012B8E4A-514E-CFC2-A740-665313E52DD9}"/>
                  </a:ext>
                </a:extLst>
              </p:cNvPr>
              <p:cNvSpPr/>
              <p:nvPr/>
            </p:nvSpPr>
            <p:spPr>
              <a:xfrm>
                <a:off x="5262995" y="3173556"/>
                <a:ext cx="639906" cy="512618"/>
              </a:xfrm>
              <a:custGeom>
                <a:avLst/>
                <a:gdLst>
                  <a:gd name="connsiteX0" fmla="*/ 512618 w 639906"/>
                  <a:gd name="connsiteY0" fmla="*/ 348961 h 512618"/>
                  <a:gd name="connsiteX1" fmla="*/ 482311 w 639906"/>
                  <a:gd name="connsiteY1" fmla="*/ 383598 h 512618"/>
                  <a:gd name="connsiteX2" fmla="*/ 446809 w 639906"/>
                  <a:gd name="connsiteY2" fmla="*/ 361950 h 512618"/>
                  <a:gd name="connsiteX3" fmla="*/ 329911 w 639906"/>
                  <a:gd name="connsiteY3" fmla="*/ 40698 h 512618"/>
                  <a:gd name="connsiteX4" fmla="*/ 274493 w 639906"/>
                  <a:gd name="connsiteY4" fmla="*/ 0 h 512618"/>
                  <a:gd name="connsiteX5" fmla="*/ 0 w 639906"/>
                  <a:gd name="connsiteY5" fmla="*/ 0 h 512618"/>
                  <a:gd name="connsiteX6" fmla="*/ 0 w 639906"/>
                  <a:gd name="connsiteY6" fmla="*/ 512618 h 512618"/>
                  <a:gd name="connsiteX7" fmla="*/ 200891 w 639906"/>
                  <a:gd name="connsiteY7" fmla="*/ 512618 h 512618"/>
                  <a:gd name="connsiteX8" fmla="*/ 200891 w 639906"/>
                  <a:gd name="connsiteY8" fmla="*/ 384464 h 512618"/>
                  <a:gd name="connsiteX9" fmla="*/ 165389 w 639906"/>
                  <a:gd name="connsiteY9" fmla="*/ 384464 h 512618"/>
                  <a:gd name="connsiteX10" fmla="*/ 128155 w 639906"/>
                  <a:gd name="connsiteY10" fmla="*/ 338571 h 512618"/>
                  <a:gd name="connsiteX11" fmla="*/ 128155 w 639906"/>
                  <a:gd name="connsiteY11" fmla="*/ 184439 h 512618"/>
                  <a:gd name="connsiteX12" fmla="*/ 200025 w 639906"/>
                  <a:gd name="connsiteY12" fmla="*/ 133350 h 512618"/>
                  <a:gd name="connsiteX13" fmla="*/ 228600 w 639906"/>
                  <a:gd name="connsiteY13" fmla="*/ 164523 h 512618"/>
                  <a:gd name="connsiteX14" fmla="*/ 322118 w 639906"/>
                  <a:gd name="connsiteY14" fmla="*/ 407843 h 512618"/>
                  <a:gd name="connsiteX15" fmla="*/ 475384 w 639906"/>
                  <a:gd name="connsiteY15" fmla="*/ 512618 h 512618"/>
                  <a:gd name="connsiteX16" fmla="*/ 478848 w 639906"/>
                  <a:gd name="connsiteY16" fmla="*/ 512618 h 512618"/>
                  <a:gd name="connsiteX17" fmla="*/ 639907 w 639906"/>
                  <a:gd name="connsiteY17" fmla="*/ 353291 h 512618"/>
                  <a:gd name="connsiteX18" fmla="*/ 639907 w 639906"/>
                  <a:gd name="connsiteY18" fmla="*/ 0 h 512618"/>
                  <a:gd name="connsiteX19" fmla="*/ 511752 w 639906"/>
                  <a:gd name="connsiteY19" fmla="*/ 0 h 512618"/>
                  <a:gd name="connsiteX20" fmla="*/ 511752 w 639906"/>
                  <a:gd name="connsiteY20" fmla="*/ 34982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39906" h="512618">
                    <a:moveTo>
                      <a:pt x="512618" y="348961"/>
                    </a:moveTo>
                    <a:cubicBezTo>
                      <a:pt x="512618" y="366279"/>
                      <a:pt x="499630" y="381000"/>
                      <a:pt x="482311" y="383598"/>
                    </a:cubicBezTo>
                    <a:cubicBezTo>
                      <a:pt x="466725" y="385330"/>
                      <a:pt x="452005" y="375805"/>
                      <a:pt x="446809" y="361950"/>
                    </a:cubicBezTo>
                    <a:lnTo>
                      <a:pt x="329911" y="40698"/>
                    </a:lnTo>
                    <a:cubicBezTo>
                      <a:pt x="321252" y="14721"/>
                      <a:pt x="299605" y="0"/>
                      <a:pt x="274493" y="0"/>
                    </a:cubicBezTo>
                    <a:lnTo>
                      <a:pt x="0" y="0"/>
                    </a:lnTo>
                    <a:lnTo>
                      <a:pt x="0" y="512618"/>
                    </a:lnTo>
                    <a:lnTo>
                      <a:pt x="200891" y="512618"/>
                    </a:lnTo>
                    <a:lnTo>
                      <a:pt x="200891" y="384464"/>
                    </a:lnTo>
                    <a:lnTo>
                      <a:pt x="165389" y="384464"/>
                    </a:lnTo>
                    <a:cubicBezTo>
                      <a:pt x="142009" y="384464"/>
                      <a:pt x="128155" y="363682"/>
                      <a:pt x="128155" y="338571"/>
                    </a:cubicBezTo>
                    <a:lnTo>
                      <a:pt x="128155" y="184439"/>
                    </a:lnTo>
                    <a:cubicBezTo>
                      <a:pt x="128155" y="146339"/>
                      <a:pt x="165389" y="118630"/>
                      <a:pt x="200025" y="133350"/>
                    </a:cubicBezTo>
                    <a:cubicBezTo>
                      <a:pt x="213014" y="139411"/>
                      <a:pt x="223405" y="150668"/>
                      <a:pt x="228600" y="164523"/>
                    </a:cubicBezTo>
                    <a:lnTo>
                      <a:pt x="322118" y="407843"/>
                    </a:lnTo>
                    <a:cubicBezTo>
                      <a:pt x="346364" y="471920"/>
                      <a:pt x="406977" y="512618"/>
                      <a:pt x="475384" y="512618"/>
                    </a:cubicBezTo>
                    <a:lnTo>
                      <a:pt x="478848" y="512618"/>
                    </a:lnTo>
                    <a:cubicBezTo>
                      <a:pt x="567170" y="512618"/>
                      <a:pt x="639907" y="442480"/>
                      <a:pt x="639907" y="353291"/>
                    </a:cubicBezTo>
                    <a:lnTo>
                      <a:pt x="639907" y="0"/>
                    </a:lnTo>
                    <a:lnTo>
                      <a:pt x="511752" y="0"/>
                    </a:lnTo>
                    <a:lnTo>
                      <a:pt x="511752" y="349827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3C20FE84-7E94-A3E2-7840-F8B3C5C7563E}"/>
                  </a:ext>
                </a:extLst>
              </p:cNvPr>
              <p:cNvSpPr/>
              <p:nvPr/>
            </p:nvSpPr>
            <p:spPr>
              <a:xfrm>
                <a:off x="6031922" y="3172690"/>
                <a:ext cx="640772" cy="512618"/>
              </a:xfrm>
              <a:custGeom>
                <a:avLst/>
                <a:gdLst>
                  <a:gd name="connsiteX0" fmla="*/ 384464 w 640772"/>
                  <a:gd name="connsiteY0" fmla="*/ 0 h 512618"/>
                  <a:gd name="connsiteX1" fmla="*/ 0 w 640772"/>
                  <a:gd name="connsiteY1" fmla="*/ 0 h 512618"/>
                  <a:gd name="connsiteX2" fmla="*/ 0 w 640772"/>
                  <a:gd name="connsiteY2" fmla="*/ 129020 h 512618"/>
                  <a:gd name="connsiteX3" fmla="*/ 384464 w 640772"/>
                  <a:gd name="connsiteY3" fmla="*/ 129020 h 512618"/>
                  <a:gd name="connsiteX4" fmla="*/ 511752 w 640772"/>
                  <a:gd name="connsiteY4" fmla="*/ 256309 h 512618"/>
                  <a:gd name="connsiteX5" fmla="*/ 384464 w 640772"/>
                  <a:gd name="connsiteY5" fmla="*/ 383598 h 512618"/>
                  <a:gd name="connsiteX6" fmla="*/ 0 w 640772"/>
                  <a:gd name="connsiteY6" fmla="*/ 383598 h 512618"/>
                  <a:gd name="connsiteX7" fmla="*/ 0 w 640772"/>
                  <a:gd name="connsiteY7" fmla="*/ 512618 h 512618"/>
                  <a:gd name="connsiteX8" fmla="*/ 384464 w 640772"/>
                  <a:gd name="connsiteY8" fmla="*/ 512618 h 512618"/>
                  <a:gd name="connsiteX9" fmla="*/ 609600 w 640772"/>
                  <a:gd name="connsiteY9" fmla="*/ 380134 h 512618"/>
                  <a:gd name="connsiteX10" fmla="*/ 640773 w 640772"/>
                  <a:gd name="connsiteY10" fmla="*/ 256309 h 512618"/>
                  <a:gd name="connsiteX11" fmla="*/ 609600 w 640772"/>
                  <a:gd name="connsiteY11" fmla="*/ 132484 h 512618"/>
                  <a:gd name="connsiteX12" fmla="*/ 384464 w 640772"/>
                  <a:gd name="connsiteY12" fmla="*/ 0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0772" h="512618">
                    <a:moveTo>
                      <a:pt x="384464" y="0"/>
                    </a:moveTo>
                    <a:lnTo>
                      <a:pt x="0" y="0"/>
                    </a:lnTo>
                    <a:lnTo>
                      <a:pt x="0" y="129020"/>
                    </a:lnTo>
                    <a:lnTo>
                      <a:pt x="384464" y="129020"/>
                    </a:lnTo>
                    <a:cubicBezTo>
                      <a:pt x="452004" y="129020"/>
                      <a:pt x="511752" y="188768"/>
                      <a:pt x="511752" y="256309"/>
                    </a:cubicBezTo>
                    <a:cubicBezTo>
                      <a:pt x="511752" y="323850"/>
                      <a:pt x="452004" y="383598"/>
                      <a:pt x="384464" y="383598"/>
                    </a:cubicBezTo>
                    <a:lnTo>
                      <a:pt x="0" y="383598"/>
                    </a:lnTo>
                    <a:lnTo>
                      <a:pt x="0" y="512618"/>
                    </a:lnTo>
                    <a:lnTo>
                      <a:pt x="384464" y="512618"/>
                    </a:lnTo>
                    <a:cubicBezTo>
                      <a:pt x="481446" y="512618"/>
                      <a:pt x="565439" y="458932"/>
                      <a:pt x="609600" y="380134"/>
                    </a:cubicBezTo>
                    <a:cubicBezTo>
                      <a:pt x="629516" y="343766"/>
                      <a:pt x="640773" y="301337"/>
                      <a:pt x="640773" y="256309"/>
                    </a:cubicBezTo>
                    <a:cubicBezTo>
                      <a:pt x="640773" y="211282"/>
                      <a:pt x="629516" y="169718"/>
                      <a:pt x="609600" y="132484"/>
                    </a:cubicBezTo>
                    <a:cubicBezTo>
                      <a:pt x="566305" y="52821"/>
                      <a:pt x="482311" y="0"/>
                      <a:pt x="384464" y="0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DA19BA47-0B88-6EBF-9064-1B20FEADC385}"/>
                  </a:ext>
                </a:extLst>
              </p:cNvPr>
              <p:cNvSpPr/>
              <p:nvPr/>
            </p:nvSpPr>
            <p:spPr>
              <a:xfrm>
                <a:off x="6726381" y="3171824"/>
                <a:ext cx="202622" cy="512618"/>
              </a:xfrm>
              <a:custGeom>
                <a:avLst/>
                <a:gdLst>
                  <a:gd name="connsiteX0" fmla="*/ 25977 w 202622"/>
                  <a:gd name="connsiteY0" fmla="*/ 129021 h 512618"/>
                  <a:gd name="connsiteX1" fmla="*/ 36368 w 202622"/>
                  <a:gd name="connsiteY1" fmla="*/ 129021 h 512618"/>
                  <a:gd name="connsiteX2" fmla="*/ 74468 w 202622"/>
                  <a:gd name="connsiteY2" fmla="*/ 176646 h 512618"/>
                  <a:gd name="connsiteX3" fmla="*/ 74468 w 202622"/>
                  <a:gd name="connsiteY3" fmla="*/ 512618 h 512618"/>
                  <a:gd name="connsiteX4" fmla="*/ 202623 w 202622"/>
                  <a:gd name="connsiteY4" fmla="*/ 512618 h 512618"/>
                  <a:gd name="connsiteX5" fmla="*/ 202623 w 202622"/>
                  <a:gd name="connsiteY5" fmla="*/ 0 h 512618"/>
                  <a:gd name="connsiteX6" fmla="*/ 0 w 202622"/>
                  <a:gd name="connsiteY6" fmla="*/ 0 h 512618"/>
                  <a:gd name="connsiteX7" fmla="*/ 0 w 202622"/>
                  <a:gd name="connsiteY7" fmla="*/ 128155 h 512618"/>
                  <a:gd name="connsiteX8" fmla="*/ 26843 w 202622"/>
                  <a:gd name="connsiteY8" fmla="*/ 128155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2622" h="512618">
                    <a:moveTo>
                      <a:pt x="25977" y="129021"/>
                    </a:moveTo>
                    <a:cubicBezTo>
                      <a:pt x="29441" y="129021"/>
                      <a:pt x="32039" y="129021"/>
                      <a:pt x="36368" y="129021"/>
                    </a:cubicBezTo>
                    <a:cubicBezTo>
                      <a:pt x="59748" y="132484"/>
                      <a:pt x="74468" y="151534"/>
                      <a:pt x="74468" y="176646"/>
                    </a:cubicBezTo>
                    <a:lnTo>
                      <a:pt x="74468" y="512618"/>
                    </a:lnTo>
                    <a:lnTo>
                      <a:pt x="202623" y="512618"/>
                    </a:lnTo>
                    <a:lnTo>
                      <a:pt x="202623" y="0"/>
                    </a:lnTo>
                    <a:lnTo>
                      <a:pt x="0" y="0"/>
                    </a:lnTo>
                    <a:lnTo>
                      <a:pt x="0" y="128155"/>
                    </a:lnTo>
                    <a:lnTo>
                      <a:pt x="26843" y="128155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1977ACF2-CCB1-4391-3F91-B10B90F3B247}"/>
                  </a:ext>
                </a:extLst>
              </p:cNvPr>
              <p:cNvSpPr/>
              <p:nvPr/>
            </p:nvSpPr>
            <p:spPr>
              <a:xfrm>
                <a:off x="7058025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79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79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ADCA0728-0809-225E-3A43-54A14361E505}"/>
                  </a:ext>
                </a:extLst>
              </p:cNvPr>
              <p:cNvSpPr/>
              <p:nvPr/>
            </p:nvSpPr>
            <p:spPr>
              <a:xfrm>
                <a:off x="7056293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AF1F8844-05D5-909B-DE04-30F8647BE36C}"/>
                  </a:ext>
                </a:extLst>
              </p:cNvPr>
              <p:cNvSpPr/>
              <p:nvPr/>
            </p:nvSpPr>
            <p:spPr>
              <a:xfrm>
                <a:off x="3726006" y="3172690"/>
                <a:ext cx="640772" cy="512618"/>
              </a:xfrm>
              <a:custGeom>
                <a:avLst/>
                <a:gdLst>
                  <a:gd name="connsiteX0" fmla="*/ 639907 w 640772"/>
                  <a:gd name="connsiteY0" fmla="*/ 410441 h 512618"/>
                  <a:gd name="connsiteX1" fmla="*/ 639907 w 640772"/>
                  <a:gd name="connsiteY1" fmla="*/ 512618 h 512618"/>
                  <a:gd name="connsiteX2" fmla="*/ 97848 w 640772"/>
                  <a:gd name="connsiteY2" fmla="*/ 304800 h 512618"/>
                  <a:gd name="connsiteX3" fmla="*/ 0 w 640772"/>
                  <a:gd name="connsiteY3" fmla="*/ 154132 h 512618"/>
                  <a:gd name="connsiteX4" fmla="*/ 154998 w 640772"/>
                  <a:gd name="connsiteY4" fmla="*/ 0 h 512618"/>
                  <a:gd name="connsiteX5" fmla="*/ 639907 w 640772"/>
                  <a:gd name="connsiteY5" fmla="*/ 0 h 512618"/>
                  <a:gd name="connsiteX6" fmla="*/ 639907 w 640772"/>
                  <a:gd name="connsiteY6" fmla="*/ 200891 h 512618"/>
                  <a:gd name="connsiteX7" fmla="*/ 511752 w 640772"/>
                  <a:gd name="connsiteY7" fmla="*/ 200891 h 512618"/>
                  <a:gd name="connsiteX8" fmla="*/ 511752 w 640772"/>
                  <a:gd name="connsiteY8" fmla="*/ 165389 h 512618"/>
                  <a:gd name="connsiteX9" fmla="*/ 472786 w 640772"/>
                  <a:gd name="connsiteY9" fmla="*/ 129020 h 512618"/>
                  <a:gd name="connsiteX10" fmla="*/ 189634 w 640772"/>
                  <a:gd name="connsiteY10" fmla="*/ 129020 h 512618"/>
                  <a:gd name="connsiteX11" fmla="*/ 149802 w 640772"/>
                  <a:gd name="connsiteY11" fmla="*/ 167986 h 512618"/>
                  <a:gd name="connsiteX12" fmla="*/ 175780 w 640772"/>
                  <a:gd name="connsiteY12" fmla="*/ 206087 h 512618"/>
                  <a:gd name="connsiteX13" fmla="*/ 598343 w 640772"/>
                  <a:gd name="connsiteY13" fmla="*/ 355023 h 512618"/>
                  <a:gd name="connsiteX14" fmla="*/ 640773 w 640772"/>
                  <a:gd name="connsiteY14" fmla="*/ 411307 h 51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0772" h="512618">
                    <a:moveTo>
                      <a:pt x="639907" y="410441"/>
                    </a:moveTo>
                    <a:lnTo>
                      <a:pt x="639907" y="512618"/>
                    </a:lnTo>
                    <a:lnTo>
                      <a:pt x="97848" y="304800"/>
                    </a:lnTo>
                    <a:cubicBezTo>
                      <a:pt x="12123" y="271895"/>
                      <a:pt x="0" y="209550"/>
                      <a:pt x="0" y="154132"/>
                    </a:cubicBezTo>
                    <a:cubicBezTo>
                      <a:pt x="0" y="69273"/>
                      <a:pt x="70139" y="0"/>
                      <a:pt x="154998" y="0"/>
                    </a:cubicBezTo>
                    <a:lnTo>
                      <a:pt x="639907" y="0"/>
                    </a:lnTo>
                    <a:lnTo>
                      <a:pt x="639907" y="200891"/>
                    </a:lnTo>
                    <a:lnTo>
                      <a:pt x="511752" y="200891"/>
                    </a:lnTo>
                    <a:lnTo>
                      <a:pt x="511752" y="165389"/>
                    </a:lnTo>
                    <a:cubicBezTo>
                      <a:pt x="511752" y="144607"/>
                      <a:pt x="491836" y="129020"/>
                      <a:pt x="472786" y="129020"/>
                    </a:cubicBezTo>
                    <a:lnTo>
                      <a:pt x="189634" y="129020"/>
                    </a:lnTo>
                    <a:cubicBezTo>
                      <a:pt x="167986" y="129020"/>
                      <a:pt x="149802" y="146339"/>
                      <a:pt x="149802" y="167986"/>
                    </a:cubicBezTo>
                    <a:cubicBezTo>
                      <a:pt x="149802" y="189634"/>
                      <a:pt x="160193" y="200025"/>
                      <a:pt x="175780" y="206087"/>
                    </a:cubicBezTo>
                    <a:lnTo>
                      <a:pt x="598343" y="355023"/>
                    </a:lnTo>
                    <a:cubicBezTo>
                      <a:pt x="598343" y="355023"/>
                      <a:pt x="640773" y="367145"/>
                      <a:pt x="640773" y="411307"/>
                    </a:cubicBez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670EF5C0-EFED-D2FD-EAFD-BB2B357BD174}"/>
                  </a:ext>
                </a:extLst>
              </p:cNvPr>
              <p:cNvSpPr/>
              <p:nvPr/>
            </p:nvSpPr>
            <p:spPr>
              <a:xfrm>
                <a:off x="3726006" y="3557154"/>
                <a:ext cx="126422" cy="128154"/>
              </a:xfrm>
              <a:custGeom>
                <a:avLst/>
                <a:gdLst>
                  <a:gd name="connsiteX0" fmla="*/ 126423 w 126422"/>
                  <a:gd name="connsiteY0" fmla="*/ 0 h 128154"/>
                  <a:gd name="connsiteX1" fmla="*/ 0 w 126422"/>
                  <a:gd name="connsiteY1" fmla="*/ 0 h 128154"/>
                  <a:gd name="connsiteX2" fmla="*/ 0 w 126422"/>
                  <a:gd name="connsiteY2" fmla="*/ 128155 h 128154"/>
                  <a:gd name="connsiteX3" fmla="*/ 126423 w 126422"/>
                  <a:gd name="connsiteY3" fmla="*/ 128155 h 128154"/>
                  <a:gd name="connsiteX4" fmla="*/ 126423 w 126422"/>
                  <a:gd name="connsiteY4" fmla="*/ 0 h 12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22" h="128154">
                    <a:moveTo>
                      <a:pt x="126423" y="0"/>
                    </a:moveTo>
                    <a:lnTo>
                      <a:pt x="0" y="0"/>
                    </a:lnTo>
                    <a:lnTo>
                      <a:pt x="0" y="128155"/>
                    </a:lnTo>
                    <a:lnTo>
                      <a:pt x="126423" y="128155"/>
                    </a:lnTo>
                    <a:lnTo>
                      <a:pt x="126423" y="0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A5B89D84-9175-18DD-CD24-916309E53309}"/>
                  </a:ext>
                </a:extLst>
              </p:cNvPr>
              <p:cNvSpPr/>
              <p:nvPr/>
            </p:nvSpPr>
            <p:spPr>
              <a:xfrm>
                <a:off x="7827818" y="3172690"/>
                <a:ext cx="639040" cy="514349"/>
              </a:xfrm>
              <a:custGeom>
                <a:avLst/>
                <a:gdLst>
                  <a:gd name="connsiteX0" fmla="*/ 639041 w 639040"/>
                  <a:gd name="connsiteY0" fmla="*/ 129020 h 514349"/>
                  <a:gd name="connsiteX1" fmla="*/ 639041 w 639040"/>
                  <a:gd name="connsiteY1" fmla="*/ 0 h 514349"/>
                  <a:gd name="connsiteX2" fmla="*/ 526473 w 639040"/>
                  <a:gd name="connsiteY2" fmla="*/ 0 h 514349"/>
                  <a:gd name="connsiteX3" fmla="*/ 502227 w 639040"/>
                  <a:gd name="connsiteY3" fmla="*/ 9525 h 514349"/>
                  <a:gd name="connsiteX4" fmla="*/ 302203 w 639040"/>
                  <a:gd name="connsiteY4" fmla="*/ 191366 h 514349"/>
                  <a:gd name="connsiteX5" fmla="*/ 281420 w 639040"/>
                  <a:gd name="connsiteY5" fmla="*/ 200025 h 514349"/>
                  <a:gd name="connsiteX6" fmla="*/ 142009 w 639040"/>
                  <a:gd name="connsiteY6" fmla="*/ 200025 h 514349"/>
                  <a:gd name="connsiteX7" fmla="*/ 126423 w 639040"/>
                  <a:gd name="connsiteY7" fmla="*/ 184439 h 514349"/>
                  <a:gd name="connsiteX8" fmla="*/ 126423 w 639040"/>
                  <a:gd name="connsiteY8" fmla="*/ 866 h 514349"/>
                  <a:gd name="connsiteX9" fmla="*/ 0 w 639040"/>
                  <a:gd name="connsiteY9" fmla="*/ 866 h 514349"/>
                  <a:gd name="connsiteX10" fmla="*/ 0 w 639040"/>
                  <a:gd name="connsiteY10" fmla="*/ 513484 h 514349"/>
                  <a:gd name="connsiteX11" fmla="*/ 126423 w 639040"/>
                  <a:gd name="connsiteY11" fmla="*/ 513484 h 514349"/>
                  <a:gd name="connsiteX12" fmla="*/ 126423 w 639040"/>
                  <a:gd name="connsiteY12" fmla="*/ 329911 h 514349"/>
                  <a:gd name="connsiteX13" fmla="*/ 142009 w 639040"/>
                  <a:gd name="connsiteY13" fmla="*/ 314325 h 514349"/>
                  <a:gd name="connsiteX14" fmla="*/ 281420 w 639040"/>
                  <a:gd name="connsiteY14" fmla="*/ 314325 h 514349"/>
                  <a:gd name="connsiteX15" fmla="*/ 302203 w 639040"/>
                  <a:gd name="connsiteY15" fmla="*/ 322984 h 514349"/>
                  <a:gd name="connsiteX16" fmla="*/ 502227 w 639040"/>
                  <a:gd name="connsiteY16" fmla="*/ 504825 h 514349"/>
                  <a:gd name="connsiteX17" fmla="*/ 526473 w 639040"/>
                  <a:gd name="connsiteY17" fmla="*/ 514350 h 514349"/>
                  <a:gd name="connsiteX18" fmla="*/ 639041 w 639040"/>
                  <a:gd name="connsiteY18" fmla="*/ 514350 h 514349"/>
                  <a:gd name="connsiteX19" fmla="*/ 639041 w 639040"/>
                  <a:gd name="connsiteY19" fmla="*/ 386196 h 514349"/>
                  <a:gd name="connsiteX20" fmla="*/ 577562 w 639040"/>
                  <a:gd name="connsiteY20" fmla="*/ 386196 h 514349"/>
                  <a:gd name="connsiteX21" fmla="*/ 524741 w 639040"/>
                  <a:gd name="connsiteY21" fmla="*/ 367145 h 514349"/>
                  <a:gd name="connsiteX22" fmla="*/ 429491 w 639040"/>
                  <a:gd name="connsiteY22" fmla="*/ 283152 h 514349"/>
                  <a:gd name="connsiteX23" fmla="*/ 429491 w 639040"/>
                  <a:gd name="connsiteY23" fmla="*/ 233795 h 514349"/>
                  <a:gd name="connsiteX24" fmla="*/ 524741 w 639040"/>
                  <a:gd name="connsiteY24" fmla="*/ 149802 h 514349"/>
                  <a:gd name="connsiteX25" fmla="*/ 577562 w 639040"/>
                  <a:gd name="connsiteY25" fmla="*/ 130752 h 514349"/>
                  <a:gd name="connsiteX26" fmla="*/ 639041 w 639040"/>
                  <a:gd name="connsiteY26" fmla="*/ 130752 h 514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39040" h="514349">
                    <a:moveTo>
                      <a:pt x="639041" y="129020"/>
                    </a:moveTo>
                    <a:lnTo>
                      <a:pt x="639041" y="0"/>
                    </a:lnTo>
                    <a:lnTo>
                      <a:pt x="526473" y="0"/>
                    </a:lnTo>
                    <a:cubicBezTo>
                      <a:pt x="517814" y="0"/>
                      <a:pt x="509154" y="3464"/>
                      <a:pt x="502227" y="9525"/>
                    </a:cubicBezTo>
                    <a:lnTo>
                      <a:pt x="302203" y="191366"/>
                    </a:lnTo>
                    <a:cubicBezTo>
                      <a:pt x="296141" y="196561"/>
                      <a:pt x="289214" y="200025"/>
                      <a:pt x="281420" y="200025"/>
                    </a:cubicBezTo>
                    <a:lnTo>
                      <a:pt x="142009" y="200025"/>
                    </a:lnTo>
                    <a:cubicBezTo>
                      <a:pt x="133350" y="200025"/>
                      <a:pt x="126423" y="193098"/>
                      <a:pt x="126423" y="184439"/>
                    </a:cubicBezTo>
                    <a:lnTo>
                      <a:pt x="126423" y="866"/>
                    </a:lnTo>
                    <a:lnTo>
                      <a:pt x="0" y="866"/>
                    </a:lnTo>
                    <a:lnTo>
                      <a:pt x="0" y="513484"/>
                    </a:lnTo>
                    <a:lnTo>
                      <a:pt x="126423" y="513484"/>
                    </a:lnTo>
                    <a:lnTo>
                      <a:pt x="126423" y="329911"/>
                    </a:lnTo>
                    <a:cubicBezTo>
                      <a:pt x="126423" y="321252"/>
                      <a:pt x="133350" y="314325"/>
                      <a:pt x="142009" y="314325"/>
                    </a:cubicBezTo>
                    <a:lnTo>
                      <a:pt x="281420" y="314325"/>
                    </a:lnTo>
                    <a:cubicBezTo>
                      <a:pt x="289214" y="314325"/>
                      <a:pt x="296141" y="316923"/>
                      <a:pt x="302203" y="322984"/>
                    </a:cubicBezTo>
                    <a:lnTo>
                      <a:pt x="502227" y="504825"/>
                    </a:lnTo>
                    <a:cubicBezTo>
                      <a:pt x="509154" y="510886"/>
                      <a:pt x="517814" y="514350"/>
                      <a:pt x="526473" y="514350"/>
                    </a:cubicBezTo>
                    <a:lnTo>
                      <a:pt x="639041" y="514350"/>
                    </a:lnTo>
                    <a:lnTo>
                      <a:pt x="639041" y="386196"/>
                    </a:lnTo>
                    <a:lnTo>
                      <a:pt x="577562" y="386196"/>
                    </a:lnTo>
                    <a:cubicBezTo>
                      <a:pt x="558511" y="386196"/>
                      <a:pt x="539461" y="379268"/>
                      <a:pt x="524741" y="367145"/>
                    </a:cubicBezTo>
                    <a:lnTo>
                      <a:pt x="429491" y="283152"/>
                    </a:lnTo>
                    <a:cubicBezTo>
                      <a:pt x="414771" y="270164"/>
                      <a:pt x="414771" y="247650"/>
                      <a:pt x="429491" y="233795"/>
                    </a:cubicBezTo>
                    <a:lnTo>
                      <a:pt x="524741" y="149802"/>
                    </a:lnTo>
                    <a:cubicBezTo>
                      <a:pt x="539461" y="137680"/>
                      <a:pt x="557646" y="131618"/>
                      <a:pt x="577562" y="130752"/>
                    </a:cubicBezTo>
                    <a:lnTo>
                      <a:pt x="639041" y="130752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1437241D-C591-478D-2C51-86F4500684FF}"/>
                  </a:ext>
                </a:extLst>
              </p:cNvPr>
              <p:cNvSpPr/>
              <p:nvPr/>
            </p:nvSpPr>
            <p:spPr>
              <a:xfrm>
                <a:off x="4441247" y="3172690"/>
                <a:ext cx="692727" cy="513484"/>
              </a:xfrm>
              <a:custGeom>
                <a:avLst/>
                <a:gdLst>
                  <a:gd name="connsiteX0" fmla="*/ 497898 w 692727"/>
                  <a:gd name="connsiteY0" fmla="*/ 0 h 513484"/>
                  <a:gd name="connsiteX1" fmla="*/ 351559 w 692727"/>
                  <a:gd name="connsiteY1" fmla="*/ 72736 h 513484"/>
                  <a:gd name="connsiteX2" fmla="*/ 0 w 692727"/>
                  <a:gd name="connsiteY2" fmla="*/ 512618 h 513484"/>
                  <a:gd name="connsiteX3" fmla="*/ 178377 w 692727"/>
                  <a:gd name="connsiteY3" fmla="*/ 512618 h 513484"/>
                  <a:gd name="connsiteX4" fmla="*/ 468457 w 692727"/>
                  <a:gd name="connsiteY4" fmla="*/ 155864 h 513484"/>
                  <a:gd name="connsiteX5" fmla="*/ 516082 w 692727"/>
                  <a:gd name="connsiteY5" fmla="*/ 129886 h 513484"/>
                  <a:gd name="connsiteX6" fmla="*/ 564573 w 692727"/>
                  <a:gd name="connsiteY6" fmla="*/ 184439 h 513484"/>
                  <a:gd name="connsiteX7" fmla="*/ 564573 w 692727"/>
                  <a:gd name="connsiteY7" fmla="*/ 339436 h 513484"/>
                  <a:gd name="connsiteX8" fmla="*/ 528205 w 692727"/>
                  <a:gd name="connsiteY8" fmla="*/ 385330 h 513484"/>
                  <a:gd name="connsiteX9" fmla="*/ 492702 w 692727"/>
                  <a:gd name="connsiteY9" fmla="*/ 385330 h 513484"/>
                  <a:gd name="connsiteX10" fmla="*/ 492702 w 692727"/>
                  <a:gd name="connsiteY10" fmla="*/ 513484 h 513484"/>
                  <a:gd name="connsiteX11" fmla="*/ 692727 w 692727"/>
                  <a:gd name="connsiteY11" fmla="*/ 513484 h 513484"/>
                  <a:gd name="connsiteX12" fmla="*/ 692727 w 692727"/>
                  <a:gd name="connsiteY12" fmla="*/ 192232 h 513484"/>
                  <a:gd name="connsiteX13" fmla="*/ 497898 w 692727"/>
                  <a:gd name="connsiteY13" fmla="*/ 866 h 513484"/>
                  <a:gd name="connsiteX14" fmla="*/ 497898 w 692727"/>
                  <a:gd name="connsiteY14" fmla="*/ 866 h 513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2727" h="513484">
                    <a:moveTo>
                      <a:pt x="497898" y="0"/>
                    </a:moveTo>
                    <a:cubicBezTo>
                      <a:pt x="440748" y="866"/>
                      <a:pt x="387061" y="27709"/>
                      <a:pt x="351559" y="72736"/>
                    </a:cubicBezTo>
                    <a:lnTo>
                      <a:pt x="0" y="512618"/>
                    </a:lnTo>
                    <a:lnTo>
                      <a:pt x="178377" y="512618"/>
                    </a:lnTo>
                    <a:lnTo>
                      <a:pt x="468457" y="155864"/>
                    </a:lnTo>
                    <a:cubicBezTo>
                      <a:pt x="483177" y="138545"/>
                      <a:pt x="493568" y="129886"/>
                      <a:pt x="516082" y="129886"/>
                    </a:cubicBezTo>
                    <a:cubicBezTo>
                      <a:pt x="538596" y="129886"/>
                      <a:pt x="564573" y="154998"/>
                      <a:pt x="564573" y="184439"/>
                    </a:cubicBezTo>
                    <a:lnTo>
                      <a:pt x="564573" y="339436"/>
                    </a:lnTo>
                    <a:cubicBezTo>
                      <a:pt x="564573" y="364548"/>
                      <a:pt x="551584" y="385330"/>
                      <a:pt x="528205" y="385330"/>
                    </a:cubicBezTo>
                    <a:lnTo>
                      <a:pt x="492702" y="385330"/>
                    </a:lnTo>
                    <a:lnTo>
                      <a:pt x="492702" y="513484"/>
                    </a:lnTo>
                    <a:lnTo>
                      <a:pt x="692727" y="513484"/>
                    </a:lnTo>
                    <a:lnTo>
                      <a:pt x="692727" y="192232"/>
                    </a:lnTo>
                    <a:cubicBezTo>
                      <a:pt x="692727" y="166255"/>
                      <a:pt x="692727" y="866"/>
                      <a:pt x="497898" y="866"/>
                    </a:cubicBezTo>
                    <a:lnTo>
                      <a:pt x="497898" y="866"/>
                    </a:lnTo>
                    <a:close/>
                  </a:path>
                </a:pathLst>
              </a:custGeom>
              <a:grpFill/>
              <a:ln w="86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19F4A28-1DF4-169F-801A-19A39A82D071}"/>
                </a:ext>
              </a:extLst>
            </p:cNvPr>
            <p:cNvGrpSpPr/>
            <p:nvPr/>
          </p:nvGrpSpPr>
          <p:grpSpPr>
            <a:xfrm>
              <a:off x="11237775" y="5428812"/>
              <a:ext cx="644881" cy="280035"/>
              <a:chOff x="11237775" y="5428812"/>
              <a:chExt cx="644881" cy="280035"/>
            </a:xfrm>
            <a:grpFill/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98679A0D-E8F8-29E0-DEA4-D89CAE8873C1}"/>
                  </a:ext>
                </a:extLst>
              </p:cNvPr>
              <p:cNvSpPr/>
              <p:nvPr/>
            </p:nvSpPr>
            <p:spPr>
              <a:xfrm>
                <a:off x="11237775" y="5428812"/>
                <a:ext cx="245631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245631" h="280035">
                    <a:moveTo>
                      <a:pt x="0" y="0"/>
                    </a:moveTo>
                    <a:lnTo>
                      <a:pt x="245631" y="0"/>
                    </a:lnTo>
                    <a:lnTo>
                      <a:pt x="245631" y="50407"/>
                    </a:lnTo>
                    <a:lnTo>
                      <a:pt x="151219" y="50407"/>
                    </a:lnTo>
                    <a:lnTo>
                      <a:pt x="151219" y="280035"/>
                    </a:lnTo>
                    <a:lnTo>
                      <a:pt x="93612" y="280035"/>
                    </a:lnTo>
                    <a:lnTo>
                      <a:pt x="93612" y="50407"/>
                    </a:lnTo>
                    <a:lnTo>
                      <a:pt x="0" y="5040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AECA805D-144D-D54F-A8F5-BA1EDF4CC9C1}"/>
                  </a:ext>
                </a:extLst>
              </p:cNvPr>
              <p:cNvSpPr/>
              <p:nvPr/>
            </p:nvSpPr>
            <p:spPr>
              <a:xfrm>
                <a:off x="11521011" y="5428812"/>
                <a:ext cx="361645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361645" h="280035">
                    <a:moveTo>
                      <a:pt x="0" y="0"/>
                    </a:moveTo>
                    <a:lnTo>
                      <a:pt x="100012" y="0"/>
                    </a:lnTo>
                    <a:lnTo>
                      <a:pt x="181622" y="210427"/>
                    </a:lnTo>
                    <a:lnTo>
                      <a:pt x="185623" y="210427"/>
                    </a:lnTo>
                    <a:lnTo>
                      <a:pt x="268033" y="0"/>
                    </a:lnTo>
                    <a:lnTo>
                      <a:pt x="361645" y="0"/>
                    </a:lnTo>
                    <a:lnTo>
                      <a:pt x="361645" y="280035"/>
                    </a:lnTo>
                    <a:lnTo>
                      <a:pt x="305638" y="280035"/>
                    </a:lnTo>
                    <a:lnTo>
                      <a:pt x="305638" y="48006"/>
                    </a:lnTo>
                    <a:lnTo>
                      <a:pt x="301637" y="48006"/>
                    </a:lnTo>
                    <a:lnTo>
                      <a:pt x="211226" y="280035"/>
                    </a:lnTo>
                    <a:lnTo>
                      <a:pt x="150418" y="280035"/>
                    </a:lnTo>
                    <a:lnTo>
                      <a:pt x="60007" y="48006"/>
                    </a:lnTo>
                    <a:lnTo>
                      <a:pt x="56807" y="48006"/>
                    </a:lnTo>
                    <a:lnTo>
                      <a:pt x="56807" y="280035"/>
                    </a:lnTo>
                    <a:lnTo>
                      <a:pt x="0" y="28003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6506691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Placeholder 1">
            <a:extLst>
              <a:ext uri="{FF2B5EF4-FFF2-40B4-BE49-F238E27FC236}">
                <a16:creationId xmlns:a16="http://schemas.microsoft.com/office/drawing/2014/main" id="{1FDC8262-8DF2-1640-BFF9-41E3C7903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438200"/>
            <a:ext cx="11607799" cy="1426391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1E62C54-3B91-7A43-B1C6-5766DA4F8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100" y="2084388"/>
            <a:ext cx="11595101" cy="40358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219443" marR="0" lvl="0" indent="-219443" algn="l" defTabSz="9143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ilat Book"/>
                <a:ea typeface="+mn-ea"/>
                <a:cs typeface="+mn-cs"/>
              </a:rPr>
              <a:t>Click to add text</a:t>
            </a:r>
          </a:p>
          <a:p>
            <a:pPr marL="438887" marR="0" lvl="1" indent="-219443" algn="l" defTabSz="914346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ilat Book"/>
                <a:ea typeface="+mn-ea"/>
                <a:cs typeface="+mn-cs"/>
              </a:rPr>
              <a:t>Second level</a:t>
            </a:r>
          </a:p>
          <a:p>
            <a:pPr marL="658330" marR="0" lvl="2" indent="-219443" algn="l" defTabSz="914346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ilat Book"/>
                <a:ea typeface="+mn-ea"/>
                <a:cs typeface="+mn-cs"/>
              </a:rPr>
              <a:t>Third level</a:t>
            </a:r>
          </a:p>
          <a:p>
            <a:pPr marL="877772" marR="0" lvl="3" indent="-219443" algn="l" defTabSz="914346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ilat Book"/>
                <a:ea typeface="+mn-ea"/>
                <a:cs typeface="+mn-cs"/>
              </a:rPr>
              <a:t>Fourth level</a:t>
            </a:r>
          </a:p>
          <a:p>
            <a:pPr marL="1097216" marR="0" lvl="4" indent="-219443" algn="l" defTabSz="914346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Pilat Regular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ilat Book"/>
                <a:ea typeface="+mn-ea"/>
                <a:cs typeface="+mn-cs"/>
                <a:sym typeface="Wingdings" pitchFamily="2" charset="2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9885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3" r:id="rId1"/>
    <p:sldLayoutId id="2147485008" r:id="rId2"/>
    <p:sldLayoutId id="2147485009" r:id="rId3"/>
    <p:sldLayoutId id="2147484994" r:id="rId4"/>
    <p:sldLayoutId id="2147485011" r:id="rId5"/>
    <p:sldLayoutId id="2147484995" r:id="rId6"/>
    <p:sldLayoutId id="2147485010" r:id="rId7"/>
    <p:sldLayoutId id="2147484941" r:id="rId8"/>
    <p:sldLayoutId id="2147484996" r:id="rId9"/>
    <p:sldLayoutId id="2147484997" r:id="rId10"/>
    <p:sldLayoutId id="2147484964" r:id="rId11"/>
    <p:sldLayoutId id="2147484998" r:id="rId12"/>
    <p:sldLayoutId id="2147484999" r:id="rId13"/>
    <p:sldLayoutId id="2147484989" r:id="rId14"/>
    <p:sldLayoutId id="2147485000" r:id="rId15"/>
    <p:sldLayoutId id="2147485001" r:id="rId16"/>
    <p:sldLayoutId id="2147484990" r:id="rId17"/>
    <p:sldLayoutId id="2147485002" r:id="rId18"/>
    <p:sldLayoutId id="2147485003" r:id="rId19"/>
    <p:sldLayoutId id="2147484992" r:id="rId20"/>
    <p:sldLayoutId id="2147485004" r:id="rId21"/>
    <p:sldLayoutId id="2147485005" r:id="rId22"/>
    <p:sldLayoutId id="2147484991" r:id="rId23"/>
    <p:sldLayoutId id="2147485006" r:id="rId24"/>
    <p:sldLayoutId id="2147485007" r:id="rId25"/>
    <p:sldLayoutId id="2147484993" r:id="rId26"/>
    <p:sldLayoutId id="2147485012" r:id="rId2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346" rtl="0" eaLnBrk="1" latinLnBrk="0" hangingPunct="1">
        <a:lnSpc>
          <a:spcPct val="100000"/>
        </a:lnSpc>
        <a:spcBef>
          <a:spcPct val="0"/>
        </a:spcBef>
        <a:buNone/>
        <a:defRPr sz="3000" b="0" i="0" kern="1200" spc="0" baseline="0">
          <a:ln w="19050">
            <a:noFill/>
            <a:miter lim="800000"/>
          </a:ln>
          <a:solidFill>
            <a:schemeClr val="tx1"/>
          </a:solidFill>
          <a:latin typeface="+mj-lt"/>
          <a:ea typeface="+mj-ea"/>
          <a:cs typeface="Pilat Regular" panose="020B0604020202020204" pitchFamily="34" charset="0"/>
        </a:defRPr>
      </a:lvl1pPr>
    </p:titleStyle>
    <p:bodyStyle>
      <a:lvl1pPr marL="274320" indent="-274320" algn="l" defTabSz="914346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Tx/>
        <a:buSzPct val="100000"/>
        <a:buFont typeface="Pilat Regular" panose="020B0604020202020204" pitchFamily="34" charset="0"/>
        <a:buChar char="•"/>
        <a:defRPr sz="2000" b="0" i="0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defTabSz="914346" rtl="0" eaLnBrk="1" latinLnBrk="0" hangingPunct="1">
        <a:lnSpc>
          <a:spcPts val="2400"/>
        </a:lnSpc>
        <a:spcBef>
          <a:spcPts val="0"/>
        </a:spcBef>
        <a:spcAft>
          <a:spcPts val="1000"/>
        </a:spcAft>
        <a:buClrTx/>
        <a:buSzPct val="100000"/>
        <a:buFont typeface="Pilat Regular" panose="020B0604020202020204" pitchFamily="34" charset="0"/>
        <a:buChar char="•"/>
        <a:defRPr sz="2000" b="0" i="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274320" algn="l" defTabSz="914346" rtl="0" eaLnBrk="1" latinLnBrk="0" hangingPunct="1">
        <a:lnSpc>
          <a:spcPts val="2400"/>
        </a:lnSpc>
        <a:spcBef>
          <a:spcPts val="0"/>
        </a:spcBef>
        <a:spcAft>
          <a:spcPts val="1000"/>
        </a:spcAft>
        <a:buClrTx/>
        <a:buSzPct val="100000"/>
        <a:buFont typeface="Pilat Regular" panose="020B0604020202020204" pitchFamily="34" charset="0"/>
        <a:buChar char="•"/>
        <a:defRPr sz="2000" b="0" i="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274320" algn="l" defTabSz="914346" rtl="0" eaLnBrk="1" latinLnBrk="0" hangingPunct="1">
        <a:lnSpc>
          <a:spcPts val="2400"/>
        </a:lnSpc>
        <a:spcBef>
          <a:spcPts val="0"/>
        </a:spcBef>
        <a:spcAft>
          <a:spcPts val="1000"/>
        </a:spcAft>
        <a:buClrTx/>
        <a:buSzPct val="100000"/>
        <a:buFont typeface="Pilat Regular" panose="020B0604020202020204" pitchFamily="34" charset="0"/>
        <a:buChar char="•"/>
        <a:defRPr sz="2000" b="0" i="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548640" indent="-274320" algn="l" defTabSz="914346" rtl="0" eaLnBrk="1" latinLnBrk="0" hangingPunct="1">
        <a:lnSpc>
          <a:spcPts val="2400"/>
        </a:lnSpc>
        <a:spcBef>
          <a:spcPts val="0"/>
        </a:spcBef>
        <a:spcAft>
          <a:spcPts val="1000"/>
        </a:spcAft>
        <a:buClrTx/>
        <a:buSzPct val="100000"/>
        <a:buFont typeface="Pilat Regular" panose="020B0604020202020204" pitchFamily="34" charset="0"/>
        <a:buChar char="•"/>
        <a:defRPr sz="2000" b="0" i="0" kern="1200" spc="0" baseline="0">
          <a:solidFill>
            <a:schemeClr val="tx1"/>
          </a:solidFill>
          <a:latin typeface="+mn-lt"/>
          <a:ea typeface="+mn-ea"/>
          <a:cs typeface="+mn-cs"/>
          <a:sym typeface="Wingdings" pitchFamily="2" charset="2"/>
        </a:defRPr>
      </a:lvl5pPr>
      <a:lvl6pPr marL="2514453" indent="-228586" algn="l" defTabSz="914346" rtl="0" eaLnBrk="1" latinLnBrk="0" hangingPunct="1">
        <a:lnSpc>
          <a:spcPct val="90000"/>
        </a:lnSpc>
        <a:spcBef>
          <a:spcPts val="500"/>
        </a:spcBef>
        <a:buFont typeface="Pilat Regular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26" indent="-228586" algn="l" defTabSz="914346" rtl="0" eaLnBrk="1" latinLnBrk="0" hangingPunct="1">
        <a:lnSpc>
          <a:spcPct val="90000"/>
        </a:lnSpc>
        <a:spcBef>
          <a:spcPts val="500"/>
        </a:spcBef>
        <a:buFont typeface="Pilat Regular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99" indent="-228586" algn="l" defTabSz="914346" rtl="0" eaLnBrk="1" latinLnBrk="0" hangingPunct="1">
        <a:lnSpc>
          <a:spcPct val="90000"/>
        </a:lnSpc>
        <a:spcBef>
          <a:spcPts val="500"/>
        </a:spcBef>
        <a:buFont typeface="Pilat Regular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73" indent="-228586" algn="l" defTabSz="914346" rtl="0" eaLnBrk="1" latinLnBrk="0" hangingPunct="1">
        <a:lnSpc>
          <a:spcPct val="90000"/>
        </a:lnSpc>
        <a:spcBef>
          <a:spcPts val="500"/>
        </a:spcBef>
        <a:buFont typeface="Pilat Regular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3" algn="l" defTabSz="9143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6" algn="l" defTabSz="9143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19" algn="l" defTabSz="9143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3" algn="l" defTabSz="9143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66" algn="l" defTabSz="9143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39" algn="l" defTabSz="9143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13" algn="l" defTabSz="9143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87" algn="l" defTabSz="9143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184">
          <p15:clr>
            <a:srgbClr val="C35EA4"/>
          </p15:clr>
        </p15:guide>
        <p15:guide id="13" pos="7496">
          <p15:clr>
            <a:srgbClr val="C35EA4"/>
          </p15:clr>
        </p15:guide>
        <p15:guide id="18" orient="horz" pos="185">
          <p15:clr>
            <a:srgbClr val="C35EA4"/>
          </p15:clr>
        </p15:guide>
        <p15:guide id="22" orient="horz" pos="4133">
          <p15:clr>
            <a:srgbClr val="C35EA4"/>
          </p15:clr>
        </p15:guide>
        <p15:guide id="55" pos="2012">
          <p15:clr>
            <a:srgbClr val="5ACBF0"/>
          </p15:clr>
        </p15:guide>
        <p15:guide id="61" pos="5668">
          <p15:clr>
            <a:srgbClr val="5ACBF0"/>
          </p15:clr>
        </p15:guide>
        <p15:guide id="85" pos="3840">
          <p15:clr>
            <a:srgbClr val="5ACBF0"/>
          </p15:clr>
        </p15:guide>
        <p15:guide id="88" pos="5059">
          <p15:clr>
            <a:srgbClr val="9FCC3B"/>
          </p15:clr>
        </p15:guide>
        <p15:guide id="89" pos="2620">
          <p15:clr>
            <a:srgbClr val="9FCC3B"/>
          </p15:clr>
        </p15:guide>
        <p15:guide id="90" pos="1099">
          <p15:clr>
            <a:srgbClr val="5ACBF0"/>
          </p15:clr>
        </p15:guide>
        <p15:guide id="91" pos="2926">
          <p15:clr>
            <a:srgbClr val="5ACBF0"/>
          </p15:clr>
        </p15:guide>
        <p15:guide id="92" pos="4754">
          <p15:clr>
            <a:srgbClr val="5ACBF0"/>
          </p15:clr>
        </p15:guide>
        <p15:guide id="93" pos="658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24171E-C293-BD5B-4D16-5DB9B06C7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985" y="3050111"/>
            <a:ext cx="9839129" cy="534661"/>
          </a:xfrm>
        </p:spPr>
        <p:txBody>
          <a:bodyPr/>
          <a:lstStyle/>
          <a:p>
            <a:r>
              <a:rPr lang="en-IN" sz="3600" spc="60" dirty="0">
                <a:latin typeface="Pilat Book"/>
              </a:rPr>
              <a:t>Transform Distributed Silicon Telemetry into Intelligent Power-Performance Optimisation for Next-Generation SoCs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192E0F4-1B73-04B1-34A9-F4B162640206}"/>
              </a:ext>
            </a:extLst>
          </p:cNvPr>
          <p:cNvSpPr txBox="1">
            <a:spLocks/>
          </p:cNvSpPr>
          <p:nvPr/>
        </p:nvSpPr>
        <p:spPr>
          <a:xfrm>
            <a:off x="292099" y="365760"/>
            <a:ext cx="11607801" cy="64008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346" rtl="0" eaLnBrk="1" latinLnBrk="0" hangingPunct="1">
              <a:lnSpc>
                <a:spcPct val="86000"/>
              </a:lnSpc>
              <a:spcBef>
                <a:spcPct val="0"/>
              </a:spcBef>
              <a:buNone/>
              <a:defRPr sz="6000" b="0" i="0" kern="1200" spc="-220" baseline="0">
                <a:ln w="19050">
                  <a:noFill/>
                  <a:miter lim="800000"/>
                </a:ln>
                <a:solidFill>
                  <a:schemeClr val="bg1"/>
                </a:solidFill>
                <a:latin typeface="+mj-lt"/>
                <a:ea typeface="+mj-ea"/>
                <a:cs typeface="Pilat Regular" panose="020B0604020202020204" pitchFamily="34" charset="0"/>
              </a:defRPr>
            </a:lvl1pPr>
          </a:lstStyle>
          <a:p>
            <a:r>
              <a:rPr lang="en-IN" sz="4000" spc="60">
                <a:latin typeface="Pilat Book"/>
              </a:rPr>
              <a:t>One-Day University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1"/>
          </p:nvPr>
        </p:nvSpPr>
        <p:spPr/>
        <p:txBody>
          <a:bodyPr wrap="square"/>
          <a:lstStyle/>
          <a:p>
            <a:r>
              <a:rPr lang="en-IN" dirty="0"/>
              <a:t>Modern SoCs use Temperature Detection Elements (TDETs) and Process Detection Elements (PDETs) to monitor timing margins </a:t>
            </a:r>
            <a:r>
              <a:rPr dirty="0"/>
              <a:t>and </a:t>
            </a:r>
            <a:r>
              <a:rPr lang="en-IN" dirty="0"/>
              <a:t>process variation</a:t>
            </a:r>
            <a:r>
              <a:rPr dirty="0"/>
              <a:t>.</a:t>
            </a:r>
          </a:p>
          <a:p>
            <a:r>
              <a:rPr dirty="0"/>
              <a:t>Challenge: </a:t>
            </a:r>
            <a:r>
              <a:rPr lang="en-IN" dirty="0"/>
              <a:t>develop </a:t>
            </a:r>
            <a:r>
              <a:rPr dirty="0"/>
              <a:t>an </a:t>
            </a:r>
            <a:r>
              <a:rPr lang="en-IN" dirty="0"/>
              <a:t>algorithm </a:t>
            </a:r>
            <a:r>
              <a:rPr dirty="0"/>
              <a:t>that uses available </a:t>
            </a:r>
            <a:r>
              <a:rPr lang="en-IN" dirty="0"/>
              <a:t>SoC </a:t>
            </a:r>
            <a:r>
              <a:rPr dirty="0"/>
              <a:t>implementation data to </a:t>
            </a:r>
            <a:r>
              <a:rPr lang="en-IN" dirty="0"/>
              <a:t>optimise how TDET/PDET information is deployed and utilised</a:t>
            </a:r>
            <a:r>
              <a:rPr dirty="0"/>
              <a:t>.</a:t>
            </a:r>
          </a:p>
          <a:p>
            <a:r>
              <a:rPr lang="en-IN" dirty="0"/>
              <a:t>The goal is to improve the power-speed trade-off </a:t>
            </a:r>
            <a:r>
              <a:rPr dirty="0"/>
              <a:t>with minimal</a:t>
            </a:r>
            <a:r>
              <a:rPr lang="en-IN" dirty="0"/>
              <a:t> implementation</a:t>
            </a:r>
            <a:r>
              <a:rPr dirty="0"/>
              <a:t> overhead.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Create an algorithmic framework that can: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 wrap="square"/>
          <a:lstStyle/>
          <a:p>
            <a:r>
              <a:t>Identify </a:t>
            </a:r>
            <a:r>
              <a:rPr lang="en-IN"/>
              <a:t>high-value regions or paths for TDET/PDET coverage</a:t>
            </a:r>
          </a:p>
          <a:p>
            <a:r>
              <a:rPr lang="en-IN"/>
              <a:t>Maximise timing </a:t>
            </a:r>
            <a:r>
              <a:t>and </a:t>
            </a:r>
            <a:r>
              <a:rPr lang="en-IN"/>
              <a:t>process observability with a constrained sensor budget</a:t>
            </a:r>
            <a:endParaRPr/>
          </a:p>
          <a:p>
            <a:r>
              <a:rPr lang="en-IN"/>
              <a:t>Translate the available observability into safe power-speed optimisation</a:t>
            </a:r>
            <a:endParaRPr/>
          </a:p>
          <a:p>
            <a:r>
              <a:t>Quantify the </a:t>
            </a:r>
            <a:r>
              <a:rPr lang="en-IN"/>
              <a:t>benefit, risk </a:t>
            </a:r>
            <a:r>
              <a:t>and implementation </a:t>
            </a:r>
            <a:r>
              <a:rPr lang="en-IN"/>
              <a:t>overhead of the proposal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Inputs: Available Design Artefacts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 wrap="square"/>
          <a:lstStyle/>
          <a:p>
            <a:r>
              <a:rPr lang="en-IN" sz="2000"/>
              <a:t>Post-synthesis or early floorplanning </a:t>
            </a:r>
            <a:r>
              <a:rPr sz="2000"/>
              <a:t>artefacts </a:t>
            </a:r>
            <a:r>
              <a:rPr lang="en-IN" sz="2000"/>
              <a:t>may be</a:t>
            </a:r>
            <a:r>
              <a:rPr sz="2000"/>
              <a:t> assumed.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/>
        <p:txBody>
          <a:bodyPr wrap="square"/>
          <a:lstStyle/>
          <a:p>
            <a:r>
              <a:rPr lang="en-IN"/>
              <a:t>Synthesised netlist </a:t>
            </a:r>
            <a:r>
              <a:t>and </a:t>
            </a:r>
            <a:r>
              <a:rPr lang="en-IN"/>
              <a:t>design hierarchy</a:t>
            </a:r>
            <a:endParaRPr/>
          </a:p>
          <a:p>
            <a:r>
              <a:t>Timing reports and design constraints</a:t>
            </a:r>
          </a:p>
          <a:p>
            <a:r>
              <a:rPr lang="en-IN"/>
              <a:t>Preliminary floorplan information</a:t>
            </a:r>
          </a:p>
          <a:p>
            <a:r>
              <a:t>A </a:t>
            </a:r>
            <a:r>
              <a:rPr lang="en-IN"/>
              <a:t>basic TDET/PDET cost and capability model</a:t>
            </a:r>
            <a:endParaRPr/>
          </a:p>
          <a:p>
            <a:r>
              <a:t>Discovery expectation: teams should identify, derive or justify any additional artefacts and metrics their approach needs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 and Showcase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137587"/>
              </p:ext>
            </p:extLst>
          </p:nvPr>
        </p:nvGraphicFramePr>
        <p:xfrm>
          <a:off x="292099" y="1600200"/>
          <a:ext cx="11607801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39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sz="1400" b="1"/>
                        <a:t>Expected outcomes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What can be showcased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IN" sz="1400" b="0"/>
                        <a:t>Recommended TDET/PDET coverage or placement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Design-analysis and optimisation engine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IN" sz="1400" b="0"/>
                        <a:t>Coverage versus sensor-count trade-off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Floorplan, path or coverage heatmaps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IN" sz="1400" b="0"/>
                        <a:t>Guard-band, voltage or frequency recommendations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Power-speed trade-off dashboard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IN" sz="1400" b="0"/>
                        <a:t>Estimated power saving and/or speed improvement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Graph, clustering, optimisation or ML approach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IN" sz="1400" b="0"/>
                        <a:t>Risk, reliability and overhead 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Before/after comparison with quantified benefits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Focus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7108304"/>
              </p:ext>
            </p:extLst>
          </p:nvPr>
        </p:nvGraphicFramePr>
        <p:xfrm>
          <a:off x="292099" y="1600200"/>
          <a:ext cx="11607801" cy="4000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19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400" b="1"/>
                        <a:t>Criterion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IN" sz="1400" b="0"/>
                        <a:t>Quality and justification of the TDET/PDET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IN" sz="1400" b="0"/>
                        <a:t>Demonstrated power-speed benefit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IN" sz="1400" b="0"/>
                        <a:t>Coverage, observability and risk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IN" sz="1400" b="0"/>
                        <a:t>Identification and effective use of relevant design artefacts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IN" sz="1400" b="0"/>
                        <a:t>Technical innovation and 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IN" sz="1400" b="0"/>
                        <a:t>Clarity of demonstration and 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530" y="2792491"/>
            <a:ext cx="10137775" cy="1303404"/>
          </a:xfrm>
        </p:spPr>
        <p:txBody>
          <a:bodyPr/>
          <a:lstStyle/>
          <a:p>
            <a:r>
              <a:rPr lang="en-IN" sz="2000" spc="60" dirty="0">
                <a:latin typeface="Pilat Book"/>
              </a:rPr>
              <a:t>“Can the proposed solution </a:t>
            </a:r>
            <a:r>
              <a:rPr lang="en-IN" sz="2000" spc="60">
                <a:latin typeface="Pilat Book"/>
              </a:rPr>
              <a:t>justify </a:t>
            </a:r>
            <a:r>
              <a:rPr lang="en-IN" sz="2000" spc="60" dirty="0">
                <a:latin typeface="Pilat Book"/>
              </a:rPr>
              <a:t>where </a:t>
            </a:r>
            <a:r>
              <a:rPr lang="en-IN" sz="2000" spc="60">
                <a:latin typeface="Pilat Book"/>
              </a:rPr>
              <a:t>sensors </a:t>
            </a:r>
            <a:r>
              <a:rPr lang="en-IN" sz="2000" spc="60" dirty="0">
                <a:latin typeface="Pilat Book"/>
              </a:rPr>
              <a:t>are </a:t>
            </a:r>
            <a:r>
              <a:rPr lang="en-IN" sz="2000" spc="60">
                <a:latin typeface="Pilat Book"/>
              </a:rPr>
              <a:t>placed </a:t>
            </a:r>
            <a:r>
              <a:rPr lang="en-IN" sz="2000" spc="60" dirty="0">
                <a:latin typeface="Pilat Book"/>
              </a:rPr>
              <a:t>and </a:t>
            </a:r>
            <a:r>
              <a:rPr lang="en-IN" sz="2000" spc="60">
                <a:latin typeface="Pilat Book"/>
              </a:rPr>
              <a:t>demonstrate </a:t>
            </a:r>
            <a:r>
              <a:rPr lang="en-IN" sz="2000" spc="60" dirty="0">
                <a:latin typeface="Pilat Book"/>
              </a:rPr>
              <a:t>measurable </a:t>
            </a:r>
            <a:r>
              <a:rPr lang="en-IN" sz="2000" spc="60">
                <a:latin typeface="Pilat Book"/>
              </a:rPr>
              <a:t>power-speed optimisation with minimal overhead</a:t>
            </a:r>
            <a:r>
              <a:rPr lang="en-IN" sz="2000" spc="60" dirty="0">
                <a:latin typeface="Pilat Book"/>
              </a:rPr>
              <a:t>?”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6527" y="605285"/>
            <a:ext cx="1014069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>
                <a:solidFill>
                  <a:srgbClr val="E10600"/>
                </a:solidFill>
                <a:latin typeface="Pilat Book"/>
              </a:rPr>
              <a:t>The Key Judging Question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ndisk Corporate PPT v3_1">
  <a:themeElements>
    <a:clrScheme name="Sandisk Corporate Colors 021625">
      <a:dk1>
        <a:srgbClr val="000000"/>
      </a:dk1>
      <a:lt1>
        <a:srgbClr val="FFFCF9"/>
      </a:lt1>
      <a:dk2>
        <a:srgbClr val="000000"/>
      </a:dk2>
      <a:lt2>
        <a:srgbClr val="FFFCF9"/>
      </a:lt2>
      <a:accent1>
        <a:srgbClr val="BCBCBC"/>
      </a:accent1>
      <a:accent2>
        <a:srgbClr val="772C22"/>
      </a:accent2>
      <a:accent3>
        <a:srgbClr val="E10600"/>
      </a:accent3>
      <a:accent4>
        <a:srgbClr val="BCBCBC"/>
      </a:accent4>
      <a:accent5>
        <a:srgbClr val="772C22"/>
      </a:accent5>
      <a:accent6>
        <a:srgbClr val="E10600"/>
      </a:accent6>
      <a:hlink>
        <a:srgbClr val="E10600"/>
      </a:hlink>
      <a:folHlink>
        <a:srgbClr val="772C22"/>
      </a:folHlink>
    </a:clrScheme>
    <a:fontScheme name="Sandisk Fonts 1.1">
      <a:majorFont>
        <a:latin typeface="Pilat Book"/>
        <a:ea typeface=""/>
        <a:cs typeface=""/>
      </a:majorFont>
      <a:minorFont>
        <a:latin typeface="Pil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Sandisk_PPT_Template_v3_1_020425a" id="{F8AAB1C5-F5A4-1A4F-9CB1-01225A281C49}" vid="{DD0644EA-89D1-144B-95F2-DFC53EF3C07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2a3251b-7b32-48e1-9de4-af71260614d4">
      <Terms xmlns="http://schemas.microsoft.com/office/infopath/2007/PartnerControls"/>
    </lcf76f155ced4ddcb4097134ff3c332f>
    <e36b1490cd80487eb5341bcd1d364412 xmlns="85a08eb7-ae0d-4ddc-a6ce-746d5e27310d">Company Confidential|d78eaeeb-c4f8-4fdf-a6bd-3b09d37c9591</e36b1490cd80487eb5341bcd1d364412>
    <gdce8df496d246309643ca1fe9c158c0 xmlns="85a08eb7-ae0d-4ddc-a6ce-746d5e27310d" xsi:nil="true"/>
    <TaxCatchAll xmlns="85a08eb7-ae0d-4ddc-a6ce-746d5e27310d">
      <Value>13</Value>
      <Value>5</Value>
    </TaxCatchAll>
    <o6fc73de87fe4a6ab6f24904038fa663 xmlns="85a08eb7-ae0d-4ddc-a6ce-746d5e27310d">English|4fdbed3b-6a44-4657-b275-fbb5e61ca95d</o6fc73de87fe4a6ab6f24904038fa663>
    <da3314343c51441fbf59a84a35f3f88a xmlns="85a08eb7-ae0d-4ddc-a6ce-746d5e27310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D8EE3B8850564683B2879CB2A39AEF" ma:contentTypeVersion="67" ma:contentTypeDescription="Create a new document." ma:contentTypeScope="" ma:versionID="43a09219079640aa56140aacd1c2113c">
  <xsd:schema xmlns:xsd="http://www.w3.org/2001/XMLSchema" xmlns:xs="http://www.w3.org/2001/XMLSchema" xmlns:p="http://schemas.microsoft.com/office/2006/metadata/properties" xmlns:ns2="85a08eb7-ae0d-4ddc-a6ce-746d5e27310d" xmlns:ns3="02a3251b-7b32-48e1-9de4-af71260614d4" targetNamespace="http://schemas.microsoft.com/office/2006/metadata/properties" ma:root="true" ma:fieldsID="c1cb13cb5d8a97250429b4043aa5c908" ns2:_="" ns3:_="">
    <xsd:import namespace="85a08eb7-ae0d-4ddc-a6ce-746d5e27310d"/>
    <xsd:import namespace="02a3251b-7b32-48e1-9de4-af71260614d4"/>
    <xsd:element name="properties">
      <xsd:complexType>
        <xsd:sequence>
          <xsd:element name="documentManagement">
            <xsd:complexType>
              <xsd:all>
                <xsd:element ref="ns2:e36b1490cd80487eb5341bcd1d364412" minOccurs="0"/>
                <xsd:element ref="ns2:TaxCatchAll" minOccurs="0"/>
                <xsd:element ref="ns2:o6fc73de87fe4a6ab6f24904038fa663" minOccurs="0"/>
                <xsd:element ref="ns2:da3314343c51441fbf59a84a35f3f88a" minOccurs="0"/>
                <xsd:element ref="ns2:gdce8df496d246309643ca1fe9c158c0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2:SharedWithUsers" minOccurs="0"/>
                <xsd:element ref="ns2:SharedWithDetails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a08eb7-ae0d-4ddc-a6ce-746d5e27310d" elementFormDefault="qualified">
    <xsd:import namespace="http://schemas.microsoft.com/office/2006/documentManagement/types"/>
    <xsd:import namespace="http://schemas.microsoft.com/office/infopath/2007/PartnerControls"/>
    <xsd:element name="e36b1490cd80487eb5341bcd1d364412" ma:index="8" nillable="true" ma:displayName="WD_TagsSensitivity_0" ma:hidden="true" ma:internalName="e36b1490cd80487eb5341bcd1d364412" ma:readOnly="false">
      <xsd:simpleType>
        <xsd:restriction base="dms:Note"/>
      </xsd:simpleType>
    </xsd:element>
    <xsd:element name="TaxCatchAll" ma:index="9" nillable="true" ma:displayName="Taxonomy Catch All Column" ma:hidden="true" ma:list="{35370936-1bc4-4e38-9f2f-82300842e9fc}" ma:internalName="TaxCatchAll" ma:readOnly="false" ma:showField="CatchAllData" ma:web="85a08eb7-ae0d-4ddc-a6ce-746d5e2731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6fc73de87fe4a6ab6f24904038fa663" ma:index="10" nillable="true" ma:displayName="WD_TagsLanguage_0" ma:hidden="true" ma:internalName="o6fc73de87fe4a6ab6f24904038fa663" ma:readOnly="false">
      <xsd:simpleType>
        <xsd:restriction base="dms:Note"/>
      </xsd:simpleType>
    </xsd:element>
    <xsd:element name="da3314343c51441fbf59a84a35f3f88a" ma:index="11" nillable="true" ma:displayName="WD_DocumentType_0" ma:hidden="true" ma:internalName="da3314343c51441fbf59a84a35f3f88a" ma:readOnly="false">
      <xsd:simpleType>
        <xsd:restriction base="dms:Note"/>
      </xsd:simpleType>
    </xsd:element>
    <xsd:element name="gdce8df496d246309643ca1fe9c158c0" ma:index="12" nillable="true" ma:displayName="WD_Topic_0" ma:hidden="true" ma:internalName="gdce8df496d246309643ca1fe9c158c0" ma:readOnly="false">
      <xsd:simpleType>
        <xsd:restriction base="dms:Note"/>
      </xsd:simple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a3251b-7b32-48e1-9de4-af71260614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e8e342ce-8e5b-43bb-b71e-a4096fa911e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01D10B0-5992-4EAF-843C-855745AD7BDD}">
  <ds:schemaRefs>
    <ds:schemaRef ds:uri="http://schemas.microsoft.com/office/2006/metadata/properties"/>
    <ds:schemaRef ds:uri="http://schemas.microsoft.com/office/infopath/2007/PartnerControls"/>
    <ds:schemaRef ds:uri="02a3251b-7b32-48e1-9de4-af71260614d4"/>
    <ds:schemaRef ds:uri="85a08eb7-ae0d-4ddc-a6ce-746d5e27310d"/>
  </ds:schemaRefs>
</ds:datastoreItem>
</file>

<file path=customXml/itemProps2.xml><?xml version="1.0" encoding="utf-8"?>
<ds:datastoreItem xmlns:ds="http://schemas.openxmlformats.org/officeDocument/2006/customXml" ds:itemID="{C3ED9DAF-4D81-4068-9073-FE5BE75045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a08eb7-ae0d-4ddc-a6ce-746d5e27310d"/>
    <ds:schemaRef ds:uri="02a3251b-7b32-48e1-9de4-af71260614d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26F05FC-8DE0-4652-86AE-9D4D4026664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610</TotalTime>
  <Words>321</Words>
  <Application>Microsoft Macintosh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Pilat Book</vt:lpstr>
      <vt:lpstr>Pilat Regular</vt:lpstr>
      <vt:lpstr>PP Fraktion Mono</vt:lpstr>
      <vt:lpstr>Sandisk Corporate PPT v3_1</vt:lpstr>
      <vt:lpstr>Transform Distributed Silicon Telemetry into Intelligent Power-Performance Optimisation for Next-Generation SoCs</vt:lpstr>
      <vt:lpstr>Problem Statement</vt:lpstr>
      <vt:lpstr>Objective</vt:lpstr>
      <vt:lpstr>Inputs: Available Design Artefacts</vt:lpstr>
      <vt:lpstr>Expected Outcomes and Showcase</vt:lpstr>
      <vt:lpstr>Evaluation Focus</vt:lpstr>
      <vt:lpstr>“Can the proposed solution justify where sensors are placed and demonstrate measurable power-speed optimisation with minimal overhead?”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Susan Oak</dc:creator>
  <cp:lastModifiedBy>Ramakrishnan Subramanian</cp:lastModifiedBy>
  <cp:revision>69</cp:revision>
  <dcterms:created xsi:type="dcterms:W3CDTF">2025-10-07T02:58:55Z</dcterms:created>
  <dcterms:modified xsi:type="dcterms:W3CDTF">2026-09-02T03:42:11Z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0x0101005BD8EE3B8850564683B2879CB2A39AEF</vt:lpwstr>
  </property>
</Properties>
</file>